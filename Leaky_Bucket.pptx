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1362" r:id="rId2"/>
    <p:sldId id="2147481367" r:id="rId3"/>
    <p:sldId id="21474813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5C6195-B994-4D38-AF19-43EA54B30CE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34A478-54ED-4AC4-AB67-369FA96DF4F5}">
      <dgm:prSet phldrT="[Text]" phldr="0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100" b="1" dirty="0">
              <a:solidFill>
                <a:schemeClr val="accent6">
                  <a:lumMod val="10000"/>
                </a:schemeClr>
              </a:solidFill>
            </a:rPr>
            <a:t>Winning and Growing Tier 1 Roofer Business</a:t>
          </a:r>
        </a:p>
      </dgm:t>
    </dgm:pt>
    <dgm:pt modelId="{EF4F3D39-48B9-49BC-9ECF-45867447650C}" type="parTrans" cxnId="{101DCB0C-C04E-47F7-8CBA-C872BA7502FF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C7665E5F-DDDF-434A-9052-EEE54480081F}" type="sibTrans" cxnId="{101DCB0C-C04E-47F7-8CBA-C872BA7502FF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27A6D00C-A69E-4D7F-89EB-A8ED11283C96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Product</a:t>
          </a:r>
        </a:p>
      </dgm:t>
    </dgm:pt>
    <dgm:pt modelId="{C310104F-4DC1-4CE1-A948-78D0E3E0386E}" type="parTrans" cxnId="{64414D8F-68BE-4405-B292-F2A6797C0D8E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EB6411EA-E5C5-49DA-8E1B-0359B0CACE47}" type="sibTrans" cxnId="{64414D8F-68BE-4405-B292-F2A6797C0D8E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3FFCD68E-6929-40C9-9E74-C5210DB27330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Quality</a:t>
          </a:r>
        </a:p>
      </dgm:t>
    </dgm:pt>
    <dgm:pt modelId="{ED83EEC2-667F-4C1B-AD0E-855E96DD3850}" type="parTrans" cxnId="{DA24B220-A78E-418D-9EDC-1A4D61925650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461FB7A7-4A43-4612-9A95-F23FCCF1ABD5}" type="sibTrans" cxnId="{DA24B220-A78E-418D-9EDC-1A4D61925650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32D02C30-ACA0-4B19-AFD9-612C5E312AFA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Full Systems</a:t>
          </a:r>
        </a:p>
      </dgm:t>
    </dgm:pt>
    <dgm:pt modelId="{0A28A2AD-BEEF-40E2-B3F1-CF6CE4DF7C68}" type="parTrans" cxnId="{570E1A5A-56D7-492C-B19D-431DF370607C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7299D18C-5967-4E81-BCFE-5A153465448A}" type="sibTrans" cxnId="{570E1A5A-56D7-492C-B19D-431DF370607C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061379DE-51B1-4C5C-B4B3-3C6E976FC2E1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Henry Provided Leads</a:t>
          </a:r>
        </a:p>
      </dgm:t>
    </dgm:pt>
    <dgm:pt modelId="{6B394349-DB16-494C-9590-D0BAEA6A7B66}" type="parTrans" cxnId="{388E4847-43F8-4DC3-B986-EC3F941AECEE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E6A1F886-862A-43C1-A57F-6BF79FA6B03B}" type="sibTrans" cxnId="{388E4847-43F8-4DC3-B986-EC3F941AECEE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488B5083-0349-4A79-A839-6BDEDB78B922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Silicone</a:t>
          </a:r>
        </a:p>
      </dgm:t>
    </dgm:pt>
    <dgm:pt modelId="{54B0BE3E-85DC-45C7-AF54-07A3E945CD34}" type="parTrans" cxnId="{A9E61BB5-5F56-4C88-A615-A4F0A41CD233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E8E763F9-DF82-4FB6-B2C0-6D7FF9F01684}" type="sibTrans" cxnId="{A9E61BB5-5F56-4C88-A615-A4F0A41CD233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301D0A13-359F-47BC-8A6C-B522D48E39D2}">
      <dgm:prSet phldrT="[Text]" phldr="0" custT="1"/>
      <dgm:spPr>
        <a:solidFill>
          <a:srgbClr val="FFC00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Seam Treatments</a:t>
          </a:r>
        </a:p>
      </dgm:t>
    </dgm:pt>
    <dgm:pt modelId="{F3739FA3-8CA3-4569-8A46-655829F15AD3}" type="parTrans" cxnId="{3159C6C0-E90B-401C-8A20-24719B86375A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AD2D743B-6937-4353-BCCC-C923D54BEE8A}" type="sibTrans" cxnId="{3159C6C0-E90B-401C-8A20-24719B86375A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4FF0B705-0473-4CD3-BFE4-161AC58915FD}">
      <dgm:prSet phldrT="[Text]" phldr="0" custT="1"/>
      <dgm:spPr>
        <a:solidFill>
          <a:srgbClr val="FF9999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Urethane</a:t>
          </a:r>
        </a:p>
      </dgm:t>
    </dgm:pt>
    <dgm:pt modelId="{9E3EADCC-42BE-4C5C-AA6C-ADA08C5D825B}" type="parTrans" cxnId="{E0B556EB-A5C7-48B9-AE8F-6283AF763B3B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2255B177-C051-4176-8BA5-72C3C0E8DB51}" type="sibTrans" cxnId="{E0B556EB-A5C7-48B9-AE8F-6283AF763B3B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B8571BD9-3639-4C59-BC87-B9979887D6FC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Competitive Pricing</a:t>
          </a:r>
        </a:p>
      </dgm:t>
    </dgm:pt>
    <dgm:pt modelId="{86DAE0D9-2D7E-411E-B9A6-90726C73C727}" type="parTrans" cxnId="{65F7FB78-DCED-4B31-8572-4B87478A6CC2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7471E3CC-E0F6-46F0-B359-3A0374330173}" type="sibTrans" cxnId="{65F7FB78-DCED-4B31-8572-4B87478A6CC2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2762110E-7540-4040-93B0-9B8F49963191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Silicone</a:t>
          </a:r>
        </a:p>
      </dgm:t>
    </dgm:pt>
    <dgm:pt modelId="{EF385BA8-64BB-4177-9956-BAD7534AAFE3}" type="parTrans" cxnId="{CC76B6B8-D7F3-4DAF-9000-AEC31DBE1ADA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0B813D1E-A08F-4FEF-913A-AE66A83CB1D2}" type="sibTrans" cxnId="{CC76B6B8-D7F3-4DAF-9000-AEC31DBE1ADA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DC874471-DAE2-45C0-B381-B15FFAB70169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SPF</a:t>
          </a:r>
        </a:p>
      </dgm:t>
    </dgm:pt>
    <dgm:pt modelId="{687ACD03-8CA8-4C24-A70F-AED6446E2D09}" type="parTrans" cxnId="{BC8F68ED-EB08-4373-A326-E8FE7C61F8AB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2F534C0A-0390-4B24-B976-3E2D730D22FE}" type="sibTrans" cxnId="{BC8F68ED-EB08-4373-A326-E8FE7C61F8AB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59DB62A5-093A-4173-932B-30CF49D72DC7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Acrylic</a:t>
          </a:r>
        </a:p>
      </dgm:t>
    </dgm:pt>
    <dgm:pt modelId="{6B12D646-FCB4-4266-9321-109373454FAA}" type="parTrans" cxnId="{5EBE62DF-258F-454D-BF82-58A66A039469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7C19EECB-6A3D-4931-B8E1-B87EA8FB978D}" type="sibTrans" cxnId="{5EBE62DF-258F-454D-BF82-58A66A039469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4B35164C-37AA-4B87-8CD7-21A91C9D598A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Emulsion</a:t>
          </a:r>
        </a:p>
      </dgm:t>
    </dgm:pt>
    <dgm:pt modelId="{7FAFD074-B424-45C7-8760-A44E41E5BC6E}" type="parTrans" cxnId="{3B298132-934A-4D47-8737-8BAF4F14BA1B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86AF749A-3632-45D3-908E-BF34B64D623D}" type="sibTrans" cxnId="{3B298132-934A-4D47-8737-8BAF4F14BA1B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67810128-0A23-4459-9EF5-14755448B364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Acrylic</a:t>
          </a:r>
        </a:p>
      </dgm:t>
    </dgm:pt>
    <dgm:pt modelId="{CDD2C553-B1F1-4B73-8DDD-7A3AEF666CE7}" type="parTrans" cxnId="{0E7DB773-8923-4680-807C-99FE5A95E6F7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3D4406F8-1007-4799-9017-83D42E9C4A78}" type="sibTrans" cxnId="{0E7DB773-8923-4680-807C-99FE5A95E6F7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D45675FF-D138-43A3-8AA0-677B437557AC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SPF</a:t>
          </a:r>
        </a:p>
      </dgm:t>
    </dgm:pt>
    <dgm:pt modelId="{43230B72-6A3E-4E06-BCDE-C57D4817F311}" type="parTrans" cxnId="{6F126AE3-381D-4EE0-8F12-21B8B4D9C589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AC485536-A6BD-4057-B42B-3F2294EAA450}" type="sibTrans" cxnId="{6F126AE3-381D-4EE0-8F12-21B8B4D9C589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4173025E-2C07-4B3F-8E5A-536D1855CC39}">
      <dgm:prSet phldrT="[Text]" phldr="0" custT="1"/>
      <dgm:spPr>
        <a:solidFill>
          <a:srgbClr val="FF9999"/>
        </a:solidFill>
      </dgm:spPr>
      <dgm:t>
        <a:bodyPr/>
        <a:lstStyle/>
        <a:p>
          <a:r>
            <a:rPr lang="en-US" sz="1000" dirty="0">
              <a:solidFill>
                <a:schemeClr val="accent6">
                  <a:lumMod val="10000"/>
                </a:schemeClr>
              </a:solidFill>
            </a:rPr>
            <a:t>Clumps</a:t>
          </a:r>
        </a:p>
      </dgm:t>
    </dgm:pt>
    <dgm:pt modelId="{A4B1E560-A3BB-4E38-8700-5B76C0F52B7B}" type="parTrans" cxnId="{3988A50E-C1C2-4A1D-B525-27E1C13F68C1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79095E9E-712D-40E0-B556-6354023FD794}" type="sibTrans" cxnId="{3988A50E-C1C2-4A1D-B525-27E1C13F68C1}">
      <dgm:prSet/>
      <dgm:spPr/>
      <dgm:t>
        <a:bodyPr/>
        <a:lstStyle/>
        <a:p>
          <a:endParaRPr lang="en-US" sz="1000">
            <a:solidFill>
              <a:schemeClr val="accent6">
                <a:lumMod val="10000"/>
              </a:schemeClr>
            </a:solidFill>
          </a:endParaRPr>
        </a:p>
      </dgm:t>
    </dgm:pt>
    <dgm:pt modelId="{6DD11927-19CC-4F1E-9CF3-9DD10A1CCD54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Seam Treatments</a:t>
          </a:r>
        </a:p>
      </dgm:t>
    </dgm:pt>
    <dgm:pt modelId="{71272CD6-2019-4738-90AF-F8537475DA2C}" type="parTrans" cxnId="{ACEE6AC4-7C44-4554-B3D8-834A43E4B6BF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79631255-6640-4635-9168-6EE986479ED2}" type="sibTrans" cxnId="{ACEE6AC4-7C44-4554-B3D8-834A43E4B6BF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4107FE97-E5BA-481C-8F04-D738BA04259C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Relationship</a:t>
          </a:r>
        </a:p>
      </dgm:t>
    </dgm:pt>
    <dgm:pt modelId="{5E8D2D60-20C9-4564-BF46-9E60A5F6008E}" type="parTrans" cxnId="{7522EBEE-9238-4F6F-B6F3-E63FFBC0159C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6B4EDD31-FF17-4506-A8CE-5210D655CA68}" type="sibTrans" cxnId="{7522EBEE-9238-4F6F-B6F3-E63FFBC0159C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24521183-9CE5-48B2-A87C-5B59C4F22B39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Service</a:t>
          </a:r>
        </a:p>
      </dgm:t>
    </dgm:pt>
    <dgm:pt modelId="{123ECDD6-4E7B-48F5-A37F-2B77E0846632}" type="parTrans" cxnId="{3C671779-2421-4BF1-AC32-D9F38F44D0F0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1BCE59A1-D2A5-4F5D-8FE1-5D782D43B7B6}" type="sibTrans" cxnId="{3C671779-2421-4BF1-AC32-D9F38F44D0F0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A4050375-6CED-44E6-9D5B-1C03F221485E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Customer Service</a:t>
          </a:r>
        </a:p>
      </dgm:t>
    </dgm:pt>
    <dgm:pt modelId="{32BE73E8-7125-4A26-8152-F0C225D751C2}" type="parTrans" cxnId="{9537B766-BB73-4743-9975-9D0F51868CD5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D0A7798C-76F2-44E2-A928-9F09EF449B8C}" type="sibTrans" cxnId="{9537B766-BB73-4743-9975-9D0F51868CD5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04379402-E64F-4FF2-9C61-C8BCF5941B9A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Ease of placing an order</a:t>
          </a:r>
        </a:p>
      </dgm:t>
    </dgm:pt>
    <dgm:pt modelId="{438A72FA-A4B8-49E0-88E5-49E387454FB3}" type="parTrans" cxnId="{EE057E53-450A-4CD2-BB8C-7B7DDBD45EBF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170D5EF7-AFF0-4FBE-96E0-0E2D3601BF7A}" type="sibTrans" cxnId="{EE057E53-450A-4CD2-BB8C-7B7DDBD45EBF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723CB0A2-316B-41D8-B51C-A8FE318CAD55}">
      <dgm:prSet phldrT="[Text]" phldr="0"/>
      <dgm:spPr>
        <a:solidFill>
          <a:srgbClr val="FF9999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Requiring SKU #s when customer already named the product</a:t>
          </a:r>
        </a:p>
      </dgm:t>
    </dgm:pt>
    <dgm:pt modelId="{E9C1B6D5-BC6D-4377-8F40-EAAF23076ADD}" type="parTrans" cxnId="{1969E83D-4670-44E5-A7C4-B714A543DC3B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4711FBE-BDDF-4FD3-886E-0D94315DDDF2}" type="sibTrans" cxnId="{1969E83D-4670-44E5-A7C4-B714A543DC3B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0F66EAD9-18B9-4ABD-97E9-5E0241B38307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Requiring our form when customer already gave all the info</a:t>
          </a:r>
        </a:p>
      </dgm:t>
    </dgm:pt>
    <dgm:pt modelId="{C18D4415-7585-4BDB-93FE-9F9ECE943B5E}" type="parTrans" cxnId="{88B73CC4-F97E-44B4-9955-60838B7D056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037D986E-E3E7-40D4-BC83-63421E98E675}" type="sibTrans" cxnId="{88B73CC4-F97E-44B4-9955-60838B7D056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4471D9EF-F555-4C3C-B3AB-DBA188791EF6}">
      <dgm:prSet phldrT="[Text]" phldr="0"/>
      <dgm:spPr>
        <a:solidFill>
          <a:srgbClr val="FF9999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Proactive</a:t>
          </a:r>
        </a:p>
      </dgm:t>
    </dgm:pt>
    <dgm:pt modelId="{4307F1B5-0242-4F8C-88E4-517E2F08AC1B}" type="parTrans" cxnId="{EEDBEE6D-857A-41E9-BBF3-53AE4B160705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10A2394-4C1B-4A12-8644-D078E2C2AD4E}" type="sibTrans" cxnId="{EEDBEE6D-857A-41E9-BBF3-53AE4B160705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A201FA1-2282-4105-8FEF-BF086DD175CC}">
      <dgm:prSet phldrT="[Text]"/>
      <dgm:spPr>
        <a:solidFill>
          <a:srgbClr val="FF9999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Tracking Info Provided without Asking</a:t>
          </a:r>
        </a:p>
      </dgm:t>
    </dgm:pt>
    <dgm:pt modelId="{D3611851-3184-4CF8-B037-B5F6DCF336FA}" type="parTrans" cxnId="{E9DF4E5D-C805-4ECD-8C70-16D8A1D4708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865E157E-AFD1-4131-AB5A-259948D9D8C6}" type="sibTrans" cxnId="{E9DF4E5D-C805-4ECD-8C70-16D8A1D4708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A45EF27C-15B1-4180-827A-DD5F0B554169}">
      <dgm:prSet phldrT="[Text]" phldr="0"/>
      <dgm:spPr>
        <a:solidFill>
          <a:srgbClr val="FF9999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Get product to customers so Henry never delays a job</a:t>
          </a:r>
        </a:p>
      </dgm:t>
    </dgm:pt>
    <dgm:pt modelId="{638E9F55-1749-4E98-A684-EC6FBA1A6599}" type="parTrans" cxnId="{F90FAD85-FE88-48E6-ADF0-7CBE79D0ABAE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E4F84B93-0D92-42EE-A17D-B589837823C2}" type="sibTrans" cxnId="{F90FAD85-FE88-48E6-ADF0-7CBE79D0ABAE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B883A44C-142D-4DC3-B7D4-F1D6FB878DD5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Friendly to Customers</a:t>
          </a:r>
        </a:p>
      </dgm:t>
    </dgm:pt>
    <dgm:pt modelId="{228D9C09-845F-4F79-91A4-4632E99251AA}" type="parTrans" cxnId="{6B23822B-9EAE-472D-BCF4-2800FA9238DB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F8428109-7A72-440C-A57D-DEEE9E8A6C0B}" type="sibTrans" cxnId="{6B23822B-9EAE-472D-BCF4-2800FA9238DB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E205D2CC-EB9A-4684-AE9A-E55D62031513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Attitude</a:t>
          </a:r>
        </a:p>
      </dgm:t>
    </dgm:pt>
    <dgm:pt modelId="{9B5BC924-BFB5-43F3-856E-1EC7198E745A}" type="parTrans" cxnId="{446A52FD-8600-4B06-BAA6-67C3A3880C28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0B8EC598-EFDD-4566-A00D-94C2239FEFD5}" type="sibTrans" cxnId="{446A52FD-8600-4B06-BAA6-67C3A3880C28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2B072BC-171D-4962-B573-164014515D4D}">
      <dgm:prSet phldrT="[Text]" phldr="0"/>
      <dgm:spPr>
        <a:solidFill>
          <a:srgbClr val="FF9999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Show up their Henry rep via email</a:t>
          </a:r>
        </a:p>
      </dgm:t>
    </dgm:pt>
    <dgm:pt modelId="{364D73C3-B44D-4D90-802D-52F59D837548}" type="parTrans" cxnId="{5B2083F8-F62A-49B6-8430-204D426C357A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3EE204E-77CF-48DE-BA23-4420FDABEB03}" type="sibTrans" cxnId="{5B2083F8-F62A-49B6-8430-204D426C357A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D48E0F71-995C-4316-B0E4-6D6F18E16191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Warranty</a:t>
          </a:r>
        </a:p>
      </dgm:t>
    </dgm:pt>
    <dgm:pt modelId="{D084B8D6-7B03-4F7D-A1DA-5293BEA0F0E4}" type="parTrans" cxnId="{0537AAAC-F83D-4CFD-A0E5-D6ED660BC91E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696EC6E9-082B-4F6B-BBD0-B7FFCE58FF8F}" type="sibTrans" cxnId="{0537AAAC-F83D-4CFD-A0E5-D6ED660BC91E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266A1B3-EBAB-4B97-BD6B-6DDDA4C6750B}">
      <dgm:prSet phldrT="[Text]" phldr="0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Warranty matters to building owners</a:t>
          </a:r>
        </a:p>
      </dgm:t>
    </dgm:pt>
    <dgm:pt modelId="{5FD27A23-1C67-4420-A6AD-BD05E4AA1B63}" type="parTrans" cxnId="{BB9E910D-C895-4DB8-AF25-5FFEFD56F70C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394C85B5-C08F-4E49-A18D-B045EA46BC11}" type="sibTrans" cxnId="{BB9E910D-C895-4DB8-AF25-5FFEFD56F70C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D8256F1-F72C-4BE2-B439-0B74DB3121ED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Easy warranty processing</a:t>
          </a:r>
        </a:p>
      </dgm:t>
    </dgm:pt>
    <dgm:pt modelId="{5A9B2173-B59B-41C6-83B3-C0899F131E7B}" type="parTrans" cxnId="{8EEA50F8-C510-460F-AA0F-631F9978086A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11600F9B-360D-4303-B121-0FAC5ADB2067}" type="sibTrans" cxnId="{8EEA50F8-C510-460F-AA0F-631F9978086A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320F0FB5-664B-420C-8833-1D703E88CC49}">
      <dgm:prSet phldrT="[Text]" phldr="0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Warranty claim process</a:t>
          </a:r>
        </a:p>
      </dgm:t>
    </dgm:pt>
    <dgm:pt modelId="{E5704389-2655-4235-8AE1-D33859608C89}" type="parTrans" cxnId="{9CA3F01E-7227-4FE3-8D76-81DB9A9948E7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485A070-1D84-4168-880A-3EBE7414882D}" type="sibTrans" cxnId="{9CA3F01E-7227-4FE3-8D76-81DB9A9948E7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41AD76C-8288-4800-9137-ACFDD94796C9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Flexibility on Henry standard spec</a:t>
          </a:r>
        </a:p>
      </dgm:t>
    </dgm:pt>
    <dgm:pt modelId="{BBE75FD1-9B6A-401D-B372-72B53FF9EB89}" type="parTrans" cxnId="{3103705D-8858-4AFB-A648-A95F6266AED6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B707E083-6055-4360-85C9-292DAAA5DFAE}" type="sibTrans" cxnId="{3103705D-8858-4AFB-A648-A95F6266AED6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2BE0929D-41AE-49BE-A051-12BC3635B948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Logistics</a:t>
          </a:r>
        </a:p>
      </dgm:t>
    </dgm:pt>
    <dgm:pt modelId="{99C39770-5992-412B-B243-E43F1F603EF0}" type="parTrans" cxnId="{16B9D14B-F6B5-40CA-8EFC-F6A1A7C3BC1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C65B61E7-AA15-48AF-AD09-D93DC6E57AA2}" type="sibTrans" cxnId="{16B9D14B-F6B5-40CA-8EFC-F6A1A7C3BC1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D9C3A31-58A0-42F2-AC41-BFAB5D6445DA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Tracking Info</a:t>
          </a:r>
        </a:p>
      </dgm:t>
    </dgm:pt>
    <dgm:pt modelId="{F036AC62-750F-46C0-B97C-4846E46E84BF}" type="parTrans" cxnId="{7AFA95E5-13B3-4445-9B6A-534616019BC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82B33955-50BE-475D-8A14-EB1B11779634}" type="sibTrans" cxnId="{7AFA95E5-13B3-4445-9B6A-534616019BC9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B5E31013-7CBD-43FA-95A4-4057A16AA998}">
      <dgm:prSet phldrT="[Text]" phldr="0"/>
      <dgm:spPr>
        <a:solidFill>
          <a:srgbClr val="FF9999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Deliver material on time</a:t>
          </a:r>
        </a:p>
      </dgm:t>
    </dgm:pt>
    <dgm:pt modelId="{6D6648B6-FA00-4D81-AA7C-F1817D27CC93}" type="parTrans" cxnId="{579A7B02-8D31-494F-8791-62E5355FED35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8C52415-2DB9-4BFB-889E-692389191DF3}" type="sibTrans" cxnId="{579A7B02-8D31-494F-8791-62E5355FED35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F5A483ED-727F-462E-8942-0144767E0999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Deliver material undamaged</a:t>
          </a:r>
        </a:p>
      </dgm:t>
    </dgm:pt>
    <dgm:pt modelId="{2B540998-8B99-4B52-9807-648086427331}" type="parTrans" cxnId="{F2D56F0B-EBB9-4F3F-9BE8-04E62EE4AD9B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1E35065-3FAD-4D30-9B92-02928C6F5B76}" type="sibTrans" cxnId="{F2D56F0B-EBB9-4F3F-9BE8-04E62EE4AD9B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4577F589-3055-4769-8AAA-58CDF72F0E6A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Availability/Lead Times</a:t>
          </a:r>
        </a:p>
      </dgm:t>
    </dgm:pt>
    <dgm:pt modelId="{2D5E76F2-C774-497E-AA6D-53D0D723792D}" type="parTrans" cxnId="{D5137005-5AFC-4E91-8532-54F25B37EDCD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1441D809-45CB-4DAB-96C9-2806A22249CD}" type="sibTrans" cxnId="{D5137005-5AFC-4E91-8532-54F25B37EDCD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B2042741-24C0-4C58-853D-FCEFBA1AB053}">
      <dgm:prSet phldrT="[Text]" phldr="0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Silicone</a:t>
          </a:r>
        </a:p>
      </dgm:t>
    </dgm:pt>
    <dgm:pt modelId="{FC02D5DC-4878-4DBC-BA52-FF78E20F0E3E}" type="parTrans" cxnId="{3FBC026F-B7B9-4F5A-A5F6-86D625C618DE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2926CA09-9BAE-4903-8D6C-5260BAEB3261}" type="sibTrans" cxnId="{3FBC026F-B7B9-4F5A-A5F6-86D625C618DE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66AB6FB5-999B-4642-B4C9-AE9AA58823C8}">
      <dgm:prSet phldrT="[Text]" phldr="0"/>
      <dgm:spPr>
        <a:solidFill>
          <a:srgbClr val="FFFF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Accessories</a:t>
          </a:r>
        </a:p>
      </dgm:t>
    </dgm:pt>
    <dgm:pt modelId="{BDF3E4DB-A071-4A35-842E-0A82281664B2}" type="parTrans" cxnId="{79A406CB-856B-40BE-B4D5-12B9598421C7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5A9718CE-3C0C-44D8-BCC5-688D4E54AFA6}" type="sibTrans" cxnId="{79A406CB-856B-40BE-B4D5-12B9598421C7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35205BF6-F63D-4B4F-9989-2A3E224D1253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Acrylic</a:t>
          </a:r>
        </a:p>
      </dgm:t>
    </dgm:pt>
    <dgm:pt modelId="{45D4A485-99E4-4DCE-B1A1-3DCA3A00565C}" type="parTrans" cxnId="{E47B75BC-D4FC-4071-9B8C-31FFA5E1D462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046136CF-F887-49B9-B022-7395F8C52BAB}" type="sibTrans" cxnId="{E47B75BC-D4FC-4071-9B8C-31FFA5E1D462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77BBE02E-224D-4877-8648-8DC6A064ED1A}">
      <dgm:prSet phldrT="[Text]" phldr="0"/>
      <dgm:spPr>
        <a:solidFill>
          <a:srgbClr val="FFC000"/>
        </a:solidFill>
      </dgm:spPr>
      <dgm:t>
        <a:bodyPr/>
        <a:lstStyle/>
        <a:p>
          <a:r>
            <a:rPr lang="en-US" dirty="0">
              <a:solidFill>
                <a:schemeClr val="accent6">
                  <a:lumMod val="10000"/>
                </a:schemeClr>
              </a:solidFill>
            </a:rPr>
            <a:t>Primers/Bleed Blockers</a:t>
          </a:r>
        </a:p>
      </dgm:t>
    </dgm:pt>
    <dgm:pt modelId="{C7134EAE-9242-4124-BECC-4FA3388E5F8F}" type="parTrans" cxnId="{E35BB731-82FE-45A1-AC3C-6F7184102AC3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23A3265-0509-4533-9411-6C41C1FFB42F}" type="sibTrans" cxnId="{E35BB731-82FE-45A1-AC3C-6F7184102AC3}">
      <dgm:prSet/>
      <dgm:spPr/>
      <dgm:t>
        <a:bodyPr/>
        <a:lstStyle/>
        <a:p>
          <a:endParaRPr lang="en-US">
            <a:solidFill>
              <a:schemeClr val="accent6">
                <a:lumMod val="10000"/>
              </a:schemeClr>
            </a:solidFill>
          </a:endParaRPr>
        </a:p>
      </dgm:t>
    </dgm:pt>
    <dgm:pt modelId="{98F187D7-2562-4354-B414-CE44E726449B}" type="pres">
      <dgm:prSet presAssocID="{785C6195-B994-4D38-AF19-43EA54B30CE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BA8C917-CBDF-433B-BFD3-41B56E708A94}" type="pres">
      <dgm:prSet presAssocID="{1634A478-54ED-4AC4-AB67-369FA96DF4F5}" presName="hierRoot1" presStyleCnt="0">
        <dgm:presLayoutVars>
          <dgm:hierBranch val="init"/>
        </dgm:presLayoutVars>
      </dgm:prSet>
      <dgm:spPr/>
    </dgm:pt>
    <dgm:pt modelId="{EC974C4E-CE90-4B4C-93A5-9A64F93134A4}" type="pres">
      <dgm:prSet presAssocID="{1634A478-54ED-4AC4-AB67-369FA96DF4F5}" presName="rootComposite1" presStyleCnt="0"/>
      <dgm:spPr/>
    </dgm:pt>
    <dgm:pt modelId="{0A4383D5-74DA-494C-94F0-950A367D33A1}" type="pres">
      <dgm:prSet presAssocID="{1634A478-54ED-4AC4-AB67-369FA96DF4F5}" presName="rootText1" presStyleLbl="node0" presStyleIdx="0" presStyleCnt="1" custScaleX="370367" custScaleY="264050" custLinFactY="-69626" custLinFactNeighborX="2986" custLinFactNeighborY="-100000">
        <dgm:presLayoutVars>
          <dgm:chPref val="3"/>
        </dgm:presLayoutVars>
      </dgm:prSet>
      <dgm:spPr/>
    </dgm:pt>
    <dgm:pt modelId="{CB004CA6-C66F-4DBD-B493-3F459D8A917B}" type="pres">
      <dgm:prSet presAssocID="{1634A478-54ED-4AC4-AB67-369FA96DF4F5}" presName="rootConnector1" presStyleLbl="node1" presStyleIdx="0" presStyleCnt="0"/>
      <dgm:spPr/>
    </dgm:pt>
    <dgm:pt modelId="{83C2AC3D-A614-4535-ACB7-EB0699FCA642}" type="pres">
      <dgm:prSet presAssocID="{1634A478-54ED-4AC4-AB67-369FA96DF4F5}" presName="hierChild2" presStyleCnt="0"/>
      <dgm:spPr/>
    </dgm:pt>
    <dgm:pt modelId="{4FD0FB4C-303C-4D6D-8644-4430ECC8ACD3}" type="pres">
      <dgm:prSet presAssocID="{C310104F-4DC1-4CE1-A948-78D0E3E0386E}" presName="Name37" presStyleLbl="parChTrans1D2" presStyleIdx="0" presStyleCnt="5"/>
      <dgm:spPr/>
    </dgm:pt>
    <dgm:pt modelId="{5954AF31-4F95-49DC-B48C-3F32BF9B53AD}" type="pres">
      <dgm:prSet presAssocID="{27A6D00C-A69E-4D7F-89EB-A8ED11283C96}" presName="hierRoot2" presStyleCnt="0">
        <dgm:presLayoutVars>
          <dgm:hierBranch val="init"/>
        </dgm:presLayoutVars>
      </dgm:prSet>
      <dgm:spPr/>
    </dgm:pt>
    <dgm:pt modelId="{6BFB364D-FDC7-4215-9DBF-CA1746E07809}" type="pres">
      <dgm:prSet presAssocID="{27A6D00C-A69E-4D7F-89EB-A8ED11283C96}" presName="rootComposite" presStyleCnt="0"/>
      <dgm:spPr/>
    </dgm:pt>
    <dgm:pt modelId="{9C6CFDF1-4311-46E6-BA5B-993A76B9F51C}" type="pres">
      <dgm:prSet presAssocID="{27A6D00C-A69E-4D7F-89EB-A8ED11283C96}" presName="rootText" presStyleLbl="node2" presStyleIdx="0" presStyleCnt="5">
        <dgm:presLayoutVars>
          <dgm:chPref val="3"/>
        </dgm:presLayoutVars>
      </dgm:prSet>
      <dgm:spPr/>
    </dgm:pt>
    <dgm:pt modelId="{FF42CF33-8513-4109-87D0-F4B4A3F73932}" type="pres">
      <dgm:prSet presAssocID="{27A6D00C-A69E-4D7F-89EB-A8ED11283C96}" presName="rootConnector" presStyleLbl="node2" presStyleIdx="0" presStyleCnt="5"/>
      <dgm:spPr/>
    </dgm:pt>
    <dgm:pt modelId="{5EACC6D1-58F3-4F09-88C9-F23E35C47A2A}" type="pres">
      <dgm:prSet presAssocID="{27A6D00C-A69E-4D7F-89EB-A8ED11283C96}" presName="hierChild4" presStyleCnt="0"/>
      <dgm:spPr/>
    </dgm:pt>
    <dgm:pt modelId="{94ACC2E8-4509-4418-9812-4C944D6703F9}" type="pres">
      <dgm:prSet presAssocID="{ED83EEC2-667F-4C1B-AD0E-855E96DD3850}" presName="Name37" presStyleLbl="parChTrans1D3" presStyleIdx="0" presStyleCnt="7"/>
      <dgm:spPr/>
    </dgm:pt>
    <dgm:pt modelId="{93AEF4FD-DB59-4A0E-B51A-17D5EC1F493F}" type="pres">
      <dgm:prSet presAssocID="{3FFCD68E-6929-40C9-9E74-C5210DB27330}" presName="hierRoot2" presStyleCnt="0">
        <dgm:presLayoutVars>
          <dgm:hierBranch val="init"/>
        </dgm:presLayoutVars>
      </dgm:prSet>
      <dgm:spPr/>
    </dgm:pt>
    <dgm:pt modelId="{61925C09-7F21-405B-AF4C-6D74A3489D67}" type="pres">
      <dgm:prSet presAssocID="{3FFCD68E-6929-40C9-9E74-C5210DB27330}" presName="rootComposite" presStyleCnt="0"/>
      <dgm:spPr/>
    </dgm:pt>
    <dgm:pt modelId="{86AF9AE9-C588-4F89-9C2E-6B012D1CF0F3}" type="pres">
      <dgm:prSet presAssocID="{3FFCD68E-6929-40C9-9E74-C5210DB27330}" presName="rootText" presStyleLbl="node3" presStyleIdx="0" presStyleCnt="7">
        <dgm:presLayoutVars>
          <dgm:chPref val="3"/>
        </dgm:presLayoutVars>
      </dgm:prSet>
      <dgm:spPr/>
    </dgm:pt>
    <dgm:pt modelId="{F280C87A-9B0D-4E90-91F8-AED47C7D50E1}" type="pres">
      <dgm:prSet presAssocID="{3FFCD68E-6929-40C9-9E74-C5210DB27330}" presName="rootConnector" presStyleLbl="node3" presStyleIdx="0" presStyleCnt="7"/>
      <dgm:spPr/>
    </dgm:pt>
    <dgm:pt modelId="{46037110-FC52-4198-8A0A-02DB6FE45070}" type="pres">
      <dgm:prSet presAssocID="{3FFCD68E-6929-40C9-9E74-C5210DB27330}" presName="hierChild4" presStyleCnt="0"/>
      <dgm:spPr/>
    </dgm:pt>
    <dgm:pt modelId="{E112F4D0-6477-4B57-9552-CFAC129B6539}" type="pres">
      <dgm:prSet presAssocID="{54B0BE3E-85DC-45C7-AF54-07A3E945CD34}" presName="Name37" presStyleLbl="parChTrans1D4" presStyleIdx="0" presStyleCnt="30"/>
      <dgm:spPr/>
    </dgm:pt>
    <dgm:pt modelId="{09953B9D-DC5B-4BCE-99DE-F45D40093215}" type="pres">
      <dgm:prSet presAssocID="{488B5083-0349-4A79-A839-6BDEDB78B922}" presName="hierRoot2" presStyleCnt="0">
        <dgm:presLayoutVars>
          <dgm:hierBranch val="init"/>
        </dgm:presLayoutVars>
      </dgm:prSet>
      <dgm:spPr/>
    </dgm:pt>
    <dgm:pt modelId="{A2B21914-17AD-4B3C-ADC7-9CACC313BDB6}" type="pres">
      <dgm:prSet presAssocID="{488B5083-0349-4A79-A839-6BDEDB78B922}" presName="rootComposite" presStyleCnt="0"/>
      <dgm:spPr/>
    </dgm:pt>
    <dgm:pt modelId="{70F81971-9E5C-4D55-AF6F-926342025272}" type="pres">
      <dgm:prSet presAssocID="{488B5083-0349-4A79-A839-6BDEDB78B922}" presName="rootText" presStyleLbl="node4" presStyleIdx="0" presStyleCnt="30">
        <dgm:presLayoutVars>
          <dgm:chPref val="3"/>
        </dgm:presLayoutVars>
      </dgm:prSet>
      <dgm:spPr/>
    </dgm:pt>
    <dgm:pt modelId="{476550D3-D2E5-41DF-ADC8-67FB2EA3F908}" type="pres">
      <dgm:prSet presAssocID="{488B5083-0349-4A79-A839-6BDEDB78B922}" presName="rootConnector" presStyleLbl="node4" presStyleIdx="0" presStyleCnt="30"/>
      <dgm:spPr/>
    </dgm:pt>
    <dgm:pt modelId="{A0DAF48E-291A-4673-890B-CE1BAC1FCEDC}" type="pres">
      <dgm:prSet presAssocID="{488B5083-0349-4A79-A839-6BDEDB78B922}" presName="hierChild4" presStyleCnt="0"/>
      <dgm:spPr/>
    </dgm:pt>
    <dgm:pt modelId="{EE201EF9-77A6-466A-B41B-E71052D0BB27}" type="pres">
      <dgm:prSet presAssocID="{F3739FA3-8CA3-4569-8A46-655829F15AD3}" presName="Name37" presStyleLbl="parChTrans1D4" presStyleIdx="1" presStyleCnt="30"/>
      <dgm:spPr/>
    </dgm:pt>
    <dgm:pt modelId="{4231AD62-A131-43BD-8321-456D2FA08820}" type="pres">
      <dgm:prSet presAssocID="{301D0A13-359F-47BC-8A6C-B522D48E39D2}" presName="hierRoot2" presStyleCnt="0">
        <dgm:presLayoutVars>
          <dgm:hierBranch val="init"/>
        </dgm:presLayoutVars>
      </dgm:prSet>
      <dgm:spPr/>
    </dgm:pt>
    <dgm:pt modelId="{0482193B-46CD-49A7-A471-96484ABA6830}" type="pres">
      <dgm:prSet presAssocID="{301D0A13-359F-47BC-8A6C-B522D48E39D2}" presName="rootComposite" presStyleCnt="0"/>
      <dgm:spPr/>
    </dgm:pt>
    <dgm:pt modelId="{9BC94711-CFD7-4B45-92DA-5C16FA424718}" type="pres">
      <dgm:prSet presAssocID="{301D0A13-359F-47BC-8A6C-B522D48E39D2}" presName="rootText" presStyleLbl="node4" presStyleIdx="1" presStyleCnt="30">
        <dgm:presLayoutVars>
          <dgm:chPref val="3"/>
        </dgm:presLayoutVars>
      </dgm:prSet>
      <dgm:spPr/>
    </dgm:pt>
    <dgm:pt modelId="{4714A3CD-F566-4C2E-A6B0-C24E236966AF}" type="pres">
      <dgm:prSet presAssocID="{301D0A13-359F-47BC-8A6C-B522D48E39D2}" presName="rootConnector" presStyleLbl="node4" presStyleIdx="1" presStyleCnt="30"/>
      <dgm:spPr/>
    </dgm:pt>
    <dgm:pt modelId="{ABD6966E-F5B9-4AED-9286-E98ACA297FF6}" type="pres">
      <dgm:prSet presAssocID="{301D0A13-359F-47BC-8A6C-B522D48E39D2}" presName="hierChild4" presStyleCnt="0"/>
      <dgm:spPr/>
    </dgm:pt>
    <dgm:pt modelId="{80BAC738-2D88-490B-8D09-160B0A5AEA74}" type="pres">
      <dgm:prSet presAssocID="{301D0A13-359F-47BC-8A6C-B522D48E39D2}" presName="hierChild5" presStyleCnt="0"/>
      <dgm:spPr/>
    </dgm:pt>
    <dgm:pt modelId="{43B58CF8-1454-40F2-AB37-C80EA7C76148}" type="pres">
      <dgm:prSet presAssocID="{488B5083-0349-4A79-A839-6BDEDB78B922}" presName="hierChild5" presStyleCnt="0"/>
      <dgm:spPr/>
    </dgm:pt>
    <dgm:pt modelId="{79B4C4A1-FC60-4CAC-9D64-EF4A31054771}" type="pres">
      <dgm:prSet presAssocID="{CDD2C553-B1F1-4B73-8DDD-7A3AEF666CE7}" presName="Name37" presStyleLbl="parChTrans1D4" presStyleIdx="2" presStyleCnt="30"/>
      <dgm:spPr/>
    </dgm:pt>
    <dgm:pt modelId="{5E74ACB5-10AB-4B75-A3A8-E23340651896}" type="pres">
      <dgm:prSet presAssocID="{67810128-0A23-4459-9EF5-14755448B364}" presName="hierRoot2" presStyleCnt="0">
        <dgm:presLayoutVars>
          <dgm:hierBranch val="init"/>
        </dgm:presLayoutVars>
      </dgm:prSet>
      <dgm:spPr/>
    </dgm:pt>
    <dgm:pt modelId="{FB189215-A554-477C-8766-5B56788E2490}" type="pres">
      <dgm:prSet presAssocID="{67810128-0A23-4459-9EF5-14755448B364}" presName="rootComposite" presStyleCnt="0"/>
      <dgm:spPr/>
    </dgm:pt>
    <dgm:pt modelId="{91D0033F-CEAB-49AB-B669-23E732E483B9}" type="pres">
      <dgm:prSet presAssocID="{67810128-0A23-4459-9EF5-14755448B364}" presName="rootText" presStyleLbl="node4" presStyleIdx="2" presStyleCnt="30">
        <dgm:presLayoutVars>
          <dgm:chPref val="3"/>
        </dgm:presLayoutVars>
      </dgm:prSet>
      <dgm:spPr/>
    </dgm:pt>
    <dgm:pt modelId="{22D138A1-1E08-4D3E-B0D5-338D83BFE91E}" type="pres">
      <dgm:prSet presAssocID="{67810128-0A23-4459-9EF5-14755448B364}" presName="rootConnector" presStyleLbl="node4" presStyleIdx="2" presStyleCnt="30"/>
      <dgm:spPr/>
    </dgm:pt>
    <dgm:pt modelId="{D764C277-7007-420A-B76B-D6BC21E4419C}" type="pres">
      <dgm:prSet presAssocID="{67810128-0A23-4459-9EF5-14755448B364}" presName="hierChild4" presStyleCnt="0"/>
      <dgm:spPr/>
    </dgm:pt>
    <dgm:pt modelId="{70303C20-5D8E-4F17-8BEF-D6383292D234}" type="pres">
      <dgm:prSet presAssocID="{A4B1E560-A3BB-4E38-8700-5B76C0F52B7B}" presName="Name37" presStyleLbl="parChTrans1D4" presStyleIdx="3" presStyleCnt="30"/>
      <dgm:spPr/>
    </dgm:pt>
    <dgm:pt modelId="{B1FF520C-0D03-4AA7-B8BB-1173BC9BA4C6}" type="pres">
      <dgm:prSet presAssocID="{4173025E-2C07-4B3F-8E5A-536D1855CC39}" presName="hierRoot2" presStyleCnt="0">
        <dgm:presLayoutVars>
          <dgm:hierBranch val="init"/>
        </dgm:presLayoutVars>
      </dgm:prSet>
      <dgm:spPr/>
    </dgm:pt>
    <dgm:pt modelId="{C2F90863-BA42-46F4-B841-EF658370D41D}" type="pres">
      <dgm:prSet presAssocID="{4173025E-2C07-4B3F-8E5A-536D1855CC39}" presName="rootComposite" presStyleCnt="0"/>
      <dgm:spPr/>
    </dgm:pt>
    <dgm:pt modelId="{CD477BBA-EB9C-4313-BCDE-517AAD0DBA09}" type="pres">
      <dgm:prSet presAssocID="{4173025E-2C07-4B3F-8E5A-536D1855CC39}" presName="rootText" presStyleLbl="node4" presStyleIdx="3" presStyleCnt="30">
        <dgm:presLayoutVars>
          <dgm:chPref val="3"/>
        </dgm:presLayoutVars>
      </dgm:prSet>
      <dgm:spPr/>
    </dgm:pt>
    <dgm:pt modelId="{0732DE45-030A-4211-AA28-8A499FEAFBEF}" type="pres">
      <dgm:prSet presAssocID="{4173025E-2C07-4B3F-8E5A-536D1855CC39}" presName="rootConnector" presStyleLbl="node4" presStyleIdx="3" presStyleCnt="30"/>
      <dgm:spPr/>
    </dgm:pt>
    <dgm:pt modelId="{507FA374-662A-4F0B-B7D0-9378C76B3899}" type="pres">
      <dgm:prSet presAssocID="{4173025E-2C07-4B3F-8E5A-536D1855CC39}" presName="hierChild4" presStyleCnt="0"/>
      <dgm:spPr/>
    </dgm:pt>
    <dgm:pt modelId="{120DDE19-B559-4150-8FF3-9A2E4387B703}" type="pres">
      <dgm:prSet presAssocID="{4173025E-2C07-4B3F-8E5A-536D1855CC39}" presName="hierChild5" presStyleCnt="0"/>
      <dgm:spPr/>
    </dgm:pt>
    <dgm:pt modelId="{79BC3418-7C03-4F63-8173-6F116DDAE4C2}" type="pres">
      <dgm:prSet presAssocID="{71272CD6-2019-4738-90AF-F8537475DA2C}" presName="Name37" presStyleLbl="parChTrans1D4" presStyleIdx="4" presStyleCnt="30"/>
      <dgm:spPr/>
    </dgm:pt>
    <dgm:pt modelId="{F6AA4F3D-A804-4691-9675-8C9C6E7D5009}" type="pres">
      <dgm:prSet presAssocID="{6DD11927-19CC-4F1E-9CF3-9DD10A1CCD54}" presName="hierRoot2" presStyleCnt="0">
        <dgm:presLayoutVars>
          <dgm:hierBranch val="init"/>
        </dgm:presLayoutVars>
      </dgm:prSet>
      <dgm:spPr/>
    </dgm:pt>
    <dgm:pt modelId="{D7F4A69F-3471-4026-B474-BE06D714FB72}" type="pres">
      <dgm:prSet presAssocID="{6DD11927-19CC-4F1E-9CF3-9DD10A1CCD54}" presName="rootComposite" presStyleCnt="0"/>
      <dgm:spPr/>
    </dgm:pt>
    <dgm:pt modelId="{1AB636E0-F696-41D8-A937-DA3FC49AADCA}" type="pres">
      <dgm:prSet presAssocID="{6DD11927-19CC-4F1E-9CF3-9DD10A1CCD54}" presName="rootText" presStyleLbl="node4" presStyleIdx="4" presStyleCnt="30">
        <dgm:presLayoutVars>
          <dgm:chPref val="3"/>
        </dgm:presLayoutVars>
      </dgm:prSet>
      <dgm:spPr/>
    </dgm:pt>
    <dgm:pt modelId="{61C123C3-4A2D-4E7F-98AE-3EE57CC1FAAE}" type="pres">
      <dgm:prSet presAssocID="{6DD11927-19CC-4F1E-9CF3-9DD10A1CCD54}" presName="rootConnector" presStyleLbl="node4" presStyleIdx="4" presStyleCnt="30"/>
      <dgm:spPr/>
    </dgm:pt>
    <dgm:pt modelId="{43DCF1C7-331D-4473-9303-74667B86011F}" type="pres">
      <dgm:prSet presAssocID="{6DD11927-19CC-4F1E-9CF3-9DD10A1CCD54}" presName="hierChild4" presStyleCnt="0"/>
      <dgm:spPr/>
    </dgm:pt>
    <dgm:pt modelId="{F73DB155-14FC-458F-ABF4-F049BCCE7BF3}" type="pres">
      <dgm:prSet presAssocID="{6DD11927-19CC-4F1E-9CF3-9DD10A1CCD54}" presName="hierChild5" presStyleCnt="0"/>
      <dgm:spPr/>
    </dgm:pt>
    <dgm:pt modelId="{28E8042C-ED5F-4889-BDF6-AB29F7D3F898}" type="pres">
      <dgm:prSet presAssocID="{67810128-0A23-4459-9EF5-14755448B364}" presName="hierChild5" presStyleCnt="0"/>
      <dgm:spPr/>
    </dgm:pt>
    <dgm:pt modelId="{0BD1F280-8009-498D-A5C4-BE1844F6C40C}" type="pres">
      <dgm:prSet presAssocID="{43230B72-6A3E-4E06-BCDE-C57D4817F311}" presName="Name37" presStyleLbl="parChTrans1D4" presStyleIdx="5" presStyleCnt="30"/>
      <dgm:spPr/>
    </dgm:pt>
    <dgm:pt modelId="{BC2D92DA-9B18-4D44-9D5C-475716B9D2F9}" type="pres">
      <dgm:prSet presAssocID="{D45675FF-D138-43A3-8AA0-677B437557AC}" presName="hierRoot2" presStyleCnt="0">
        <dgm:presLayoutVars>
          <dgm:hierBranch val="init"/>
        </dgm:presLayoutVars>
      </dgm:prSet>
      <dgm:spPr/>
    </dgm:pt>
    <dgm:pt modelId="{3A53B815-4FA4-4DAA-B967-D146A71526D8}" type="pres">
      <dgm:prSet presAssocID="{D45675FF-D138-43A3-8AA0-677B437557AC}" presName="rootComposite" presStyleCnt="0"/>
      <dgm:spPr/>
    </dgm:pt>
    <dgm:pt modelId="{5DB4D0F4-F1F1-4EC5-9E56-2FEE2C313A10}" type="pres">
      <dgm:prSet presAssocID="{D45675FF-D138-43A3-8AA0-677B437557AC}" presName="rootText" presStyleLbl="node4" presStyleIdx="5" presStyleCnt="30">
        <dgm:presLayoutVars>
          <dgm:chPref val="3"/>
        </dgm:presLayoutVars>
      </dgm:prSet>
      <dgm:spPr/>
    </dgm:pt>
    <dgm:pt modelId="{0B9156B2-9055-4226-B918-0F1D8A339CD8}" type="pres">
      <dgm:prSet presAssocID="{D45675FF-D138-43A3-8AA0-677B437557AC}" presName="rootConnector" presStyleLbl="node4" presStyleIdx="5" presStyleCnt="30"/>
      <dgm:spPr/>
    </dgm:pt>
    <dgm:pt modelId="{3EF1F9BB-709D-4290-B7A3-78239151779F}" type="pres">
      <dgm:prSet presAssocID="{D45675FF-D138-43A3-8AA0-677B437557AC}" presName="hierChild4" presStyleCnt="0"/>
      <dgm:spPr/>
    </dgm:pt>
    <dgm:pt modelId="{2A3F1B50-7216-4973-828D-272B7D2EB494}" type="pres">
      <dgm:prSet presAssocID="{D45675FF-D138-43A3-8AA0-677B437557AC}" presName="hierChild5" presStyleCnt="0"/>
      <dgm:spPr/>
    </dgm:pt>
    <dgm:pt modelId="{564B771B-14F6-42D6-A941-BCE99E499263}" type="pres">
      <dgm:prSet presAssocID="{3FFCD68E-6929-40C9-9E74-C5210DB27330}" presName="hierChild5" presStyleCnt="0"/>
      <dgm:spPr/>
    </dgm:pt>
    <dgm:pt modelId="{14E3FA3B-25AD-4C6E-9C99-C650678A3EAD}" type="pres">
      <dgm:prSet presAssocID="{0A28A2AD-BEEF-40E2-B3F1-CF6CE4DF7C68}" presName="Name37" presStyleLbl="parChTrans1D3" presStyleIdx="1" presStyleCnt="7"/>
      <dgm:spPr/>
    </dgm:pt>
    <dgm:pt modelId="{B938819D-4486-4ED2-A6FF-191F7D0CD63E}" type="pres">
      <dgm:prSet presAssocID="{32D02C30-ACA0-4B19-AFD9-612C5E312AFA}" presName="hierRoot2" presStyleCnt="0">
        <dgm:presLayoutVars>
          <dgm:hierBranch val="init"/>
        </dgm:presLayoutVars>
      </dgm:prSet>
      <dgm:spPr/>
    </dgm:pt>
    <dgm:pt modelId="{0009159C-5DC3-4D0B-A237-C598A5C18108}" type="pres">
      <dgm:prSet presAssocID="{32D02C30-ACA0-4B19-AFD9-612C5E312AFA}" presName="rootComposite" presStyleCnt="0"/>
      <dgm:spPr/>
    </dgm:pt>
    <dgm:pt modelId="{81E5CAE0-9990-4119-ABAD-1827B9C778D7}" type="pres">
      <dgm:prSet presAssocID="{32D02C30-ACA0-4B19-AFD9-612C5E312AFA}" presName="rootText" presStyleLbl="node3" presStyleIdx="1" presStyleCnt="7">
        <dgm:presLayoutVars>
          <dgm:chPref val="3"/>
        </dgm:presLayoutVars>
      </dgm:prSet>
      <dgm:spPr/>
    </dgm:pt>
    <dgm:pt modelId="{C24FFBBC-5759-40B6-B385-767D1C9A1FE6}" type="pres">
      <dgm:prSet presAssocID="{32D02C30-ACA0-4B19-AFD9-612C5E312AFA}" presName="rootConnector" presStyleLbl="node3" presStyleIdx="1" presStyleCnt="7"/>
      <dgm:spPr/>
    </dgm:pt>
    <dgm:pt modelId="{FD58E685-E37F-418C-A0DD-1B150C40985C}" type="pres">
      <dgm:prSet presAssocID="{32D02C30-ACA0-4B19-AFD9-612C5E312AFA}" presName="hierChild4" presStyleCnt="0"/>
      <dgm:spPr/>
    </dgm:pt>
    <dgm:pt modelId="{59D5BECE-7189-43BA-AC92-636F9B3D39E2}" type="pres">
      <dgm:prSet presAssocID="{9E3EADCC-42BE-4C5C-AA6C-ADA08C5D825B}" presName="Name37" presStyleLbl="parChTrans1D4" presStyleIdx="6" presStyleCnt="30"/>
      <dgm:spPr/>
    </dgm:pt>
    <dgm:pt modelId="{03409983-2284-44A7-8D86-8E5CB8094E13}" type="pres">
      <dgm:prSet presAssocID="{4FF0B705-0473-4CD3-BFE4-161AC58915FD}" presName="hierRoot2" presStyleCnt="0">
        <dgm:presLayoutVars>
          <dgm:hierBranch val="init"/>
        </dgm:presLayoutVars>
      </dgm:prSet>
      <dgm:spPr/>
    </dgm:pt>
    <dgm:pt modelId="{57EA72C9-D09B-440F-8C60-B47B296E0FD8}" type="pres">
      <dgm:prSet presAssocID="{4FF0B705-0473-4CD3-BFE4-161AC58915FD}" presName="rootComposite" presStyleCnt="0"/>
      <dgm:spPr/>
    </dgm:pt>
    <dgm:pt modelId="{D6BD273B-F5D8-474B-8140-8C6677379244}" type="pres">
      <dgm:prSet presAssocID="{4FF0B705-0473-4CD3-BFE4-161AC58915FD}" presName="rootText" presStyleLbl="node4" presStyleIdx="6" presStyleCnt="30">
        <dgm:presLayoutVars>
          <dgm:chPref val="3"/>
        </dgm:presLayoutVars>
      </dgm:prSet>
      <dgm:spPr/>
    </dgm:pt>
    <dgm:pt modelId="{6D8CE02F-9361-43F9-A177-7EC427EB8C49}" type="pres">
      <dgm:prSet presAssocID="{4FF0B705-0473-4CD3-BFE4-161AC58915FD}" presName="rootConnector" presStyleLbl="node4" presStyleIdx="6" presStyleCnt="30"/>
      <dgm:spPr/>
    </dgm:pt>
    <dgm:pt modelId="{50EE8C12-A049-454D-8EB9-B24F1C7AD417}" type="pres">
      <dgm:prSet presAssocID="{4FF0B705-0473-4CD3-BFE4-161AC58915FD}" presName="hierChild4" presStyleCnt="0"/>
      <dgm:spPr/>
    </dgm:pt>
    <dgm:pt modelId="{658F3773-A346-495E-9D26-A6EA49C089DD}" type="pres">
      <dgm:prSet presAssocID="{4FF0B705-0473-4CD3-BFE4-161AC58915FD}" presName="hierChild5" presStyleCnt="0"/>
      <dgm:spPr/>
    </dgm:pt>
    <dgm:pt modelId="{A65FD5CA-7E22-4E8D-AB33-FE4FBF9949FB}" type="pres">
      <dgm:prSet presAssocID="{32D02C30-ACA0-4B19-AFD9-612C5E312AFA}" presName="hierChild5" presStyleCnt="0"/>
      <dgm:spPr/>
    </dgm:pt>
    <dgm:pt modelId="{DED6902C-0400-4A3B-804D-53DD1227CFDD}" type="pres">
      <dgm:prSet presAssocID="{2D5E76F2-C774-497E-AA6D-53D0D723792D}" presName="Name37" presStyleLbl="parChTrans1D3" presStyleIdx="2" presStyleCnt="7"/>
      <dgm:spPr/>
    </dgm:pt>
    <dgm:pt modelId="{CFE9A5E1-E041-498E-9E6C-03158A2EE607}" type="pres">
      <dgm:prSet presAssocID="{4577F589-3055-4769-8AAA-58CDF72F0E6A}" presName="hierRoot2" presStyleCnt="0">
        <dgm:presLayoutVars>
          <dgm:hierBranch val="init"/>
        </dgm:presLayoutVars>
      </dgm:prSet>
      <dgm:spPr/>
    </dgm:pt>
    <dgm:pt modelId="{0C0ABC3A-0D8A-4691-9318-4E1B2F809E27}" type="pres">
      <dgm:prSet presAssocID="{4577F589-3055-4769-8AAA-58CDF72F0E6A}" presName="rootComposite" presStyleCnt="0"/>
      <dgm:spPr/>
    </dgm:pt>
    <dgm:pt modelId="{97FB9641-0BC0-4146-A367-B69D590A6108}" type="pres">
      <dgm:prSet presAssocID="{4577F589-3055-4769-8AAA-58CDF72F0E6A}" presName="rootText" presStyleLbl="node3" presStyleIdx="2" presStyleCnt="7">
        <dgm:presLayoutVars>
          <dgm:chPref val="3"/>
        </dgm:presLayoutVars>
      </dgm:prSet>
      <dgm:spPr/>
    </dgm:pt>
    <dgm:pt modelId="{A3297615-38BF-4430-A580-7CB5CFAB60E9}" type="pres">
      <dgm:prSet presAssocID="{4577F589-3055-4769-8AAA-58CDF72F0E6A}" presName="rootConnector" presStyleLbl="node3" presStyleIdx="2" presStyleCnt="7"/>
      <dgm:spPr/>
    </dgm:pt>
    <dgm:pt modelId="{7AB41736-AF0A-45F6-AC3E-3E46946AA4DF}" type="pres">
      <dgm:prSet presAssocID="{4577F589-3055-4769-8AAA-58CDF72F0E6A}" presName="hierChild4" presStyleCnt="0"/>
      <dgm:spPr/>
    </dgm:pt>
    <dgm:pt modelId="{D566996E-2645-4951-B0F7-EC9FEB0C6B07}" type="pres">
      <dgm:prSet presAssocID="{FC02D5DC-4878-4DBC-BA52-FF78E20F0E3E}" presName="Name37" presStyleLbl="parChTrans1D4" presStyleIdx="7" presStyleCnt="30"/>
      <dgm:spPr/>
    </dgm:pt>
    <dgm:pt modelId="{AFE168A1-8574-4000-90E4-3C8101E71890}" type="pres">
      <dgm:prSet presAssocID="{B2042741-24C0-4C58-853D-FCEFBA1AB053}" presName="hierRoot2" presStyleCnt="0">
        <dgm:presLayoutVars>
          <dgm:hierBranch val="init"/>
        </dgm:presLayoutVars>
      </dgm:prSet>
      <dgm:spPr/>
    </dgm:pt>
    <dgm:pt modelId="{FE7E2A98-F9B1-4759-B5C5-19E61DD363C4}" type="pres">
      <dgm:prSet presAssocID="{B2042741-24C0-4C58-853D-FCEFBA1AB053}" presName="rootComposite" presStyleCnt="0"/>
      <dgm:spPr/>
    </dgm:pt>
    <dgm:pt modelId="{B11F4E3F-5338-44E2-AE28-891AE0F5EC65}" type="pres">
      <dgm:prSet presAssocID="{B2042741-24C0-4C58-853D-FCEFBA1AB053}" presName="rootText" presStyleLbl="node4" presStyleIdx="7" presStyleCnt="30">
        <dgm:presLayoutVars>
          <dgm:chPref val="3"/>
        </dgm:presLayoutVars>
      </dgm:prSet>
      <dgm:spPr/>
    </dgm:pt>
    <dgm:pt modelId="{A5E6F6C8-D7C0-4A9C-96B9-620059272094}" type="pres">
      <dgm:prSet presAssocID="{B2042741-24C0-4C58-853D-FCEFBA1AB053}" presName="rootConnector" presStyleLbl="node4" presStyleIdx="7" presStyleCnt="30"/>
      <dgm:spPr/>
    </dgm:pt>
    <dgm:pt modelId="{E66C5A84-E57F-46D3-BA53-B6394FBC108F}" type="pres">
      <dgm:prSet presAssocID="{B2042741-24C0-4C58-853D-FCEFBA1AB053}" presName="hierChild4" presStyleCnt="0"/>
      <dgm:spPr/>
    </dgm:pt>
    <dgm:pt modelId="{8A6C33C9-E35C-45B4-A435-2B11ABC2E455}" type="pres">
      <dgm:prSet presAssocID="{B2042741-24C0-4C58-853D-FCEFBA1AB053}" presName="hierChild5" presStyleCnt="0"/>
      <dgm:spPr/>
    </dgm:pt>
    <dgm:pt modelId="{CDD5CC04-1CAE-4639-8D67-DB3FBC1D7E19}" type="pres">
      <dgm:prSet presAssocID="{BDF3E4DB-A071-4A35-842E-0A82281664B2}" presName="Name37" presStyleLbl="parChTrans1D4" presStyleIdx="8" presStyleCnt="30"/>
      <dgm:spPr/>
    </dgm:pt>
    <dgm:pt modelId="{395E4295-076F-4D80-B18A-AB6E17536F04}" type="pres">
      <dgm:prSet presAssocID="{66AB6FB5-999B-4642-B4C9-AE9AA58823C8}" presName="hierRoot2" presStyleCnt="0">
        <dgm:presLayoutVars>
          <dgm:hierBranch val="init"/>
        </dgm:presLayoutVars>
      </dgm:prSet>
      <dgm:spPr/>
    </dgm:pt>
    <dgm:pt modelId="{4C7ED383-104D-4382-AC70-2AA66B37F1E4}" type="pres">
      <dgm:prSet presAssocID="{66AB6FB5-999B-4642-B4C9-AE9AA58823C8}" presName="rootComposite" presStyleCnt="0"/>
      <dgm:spPr/>
    </dgm:pt>
    <dgm:pt modelId="{1A1DF27B-46B6-4981-9EE9-1340B4EF197B}" type="pres">
      <dgm:prSet presAssocID="{66AB6FB5-999B-4642-B4C9-AE9AA58823C8}" presName="rootText" presStyleLbl="node4" presStyleIdx="8" presStyleCnt="30">
        <dgm:presLayoutVars>
          <dgm:chPref val="3"/>
        </dgm:presLayoutVars>
      </dgm:prSet>
      <dgm:spPr/>
    </dgm:pt>
    <dgm:pt modelId="{084CBC05-F114-4555-8EF3-84397EACB224}" type="pres">
      <dgm:prSet presAssocID="{66AB6FB5-999B-4642-B4C9-AE9AA58823C8}" presName="rootConnector" presStyleLbl="node4" presStyleIdx="8" presStyleCnt="30"/>
      <dgm:spPr/>
    </dgm:pt>
    <dgm:pt modelId="{4EC57BB9-A574-42C4-8AB7-6558722F6F14}" type="pres">
      <dgm:prSet presAssocID="{66AB6FB5-999B-4642-B4C9-AE9AA58823C8}" presName="hierChild4" presStyleCnt="0"/>
      <dgm:spPr/>
    </dgm:pt>
    <dgm:pt modelId="{3D1C2336-F6C2-4225-8AC5-AC8BE834F96C}" type="pres">
      <dgm:prSet presAssocID="{66AB6FB5-999B-4642-B4C9-AE9AA58823C8}" presName="hierChild5" presStyleCnt="0"/>
      <dgm:spPr/>
    </dgm:pt>
    <dgm:pt modelId="{C2CD4994-518C-417D-BEA5-5E5427BB4B72}" type="pres">
      <dgm:prSet presAssocID="{45D4A485-99E4-4DCE-B1A1-3DCA3A00565C}" presName="Name37" presStyleLbl="parChTrans1D4" presStyleIdx="9" presStyleCnt="30"/>
      <dgm:spPr/>
    </dgm:pt>
    <dgm:pt modelId="{698EFD93-BAE6-46B7-9383-0BF617B46087}" type="pres">
      <dgm:prSet presAssocID="{35205BF6-F63D-4B4F-9989-2A3E224D1253}" presName="hierRoot2" presStyleCnt="0">
        <dgm:presLayoutVars>
          <dgm:hierBranch val="init"/>
        </dgm:presLayoutVars>
      </dgm:prSet>
      <dgm:spPr/>
    </dgm:pt>
    <dgm:pt modelId="{072F38E4-4742-401A-96E9-CEB2A6DD4B39}" type="pres">
      <dgm:prSet presAssocID="{35205BF6-F63D-4B4F-9989-2A3E224D1253}" presName="rootComposite" presStyleCnt="0"/>
      <dgm:spPr/>
    </dgm:pt>
    <dgm:pt modelId="{D12533ED-6C09-4939-820A-4EC83A1F4D28}" type="pres">
      <dgm:prSet presAssocID="{35205BF6-F63D-4B4F-9989-2A3E224D1253}" presName="rootText" presStyleLbl="node4" presStyleIdx="9" presStyleCnt="30">
        <dgm:presLayoutVars>
          <dgm:chPref val="3"/>
        </dgm:presLayoutVars>
      </dgm:prSet>
      <dgm:spPr/>
    </dgm:pt>
    <dgm:pt modelId="{1B4D2A87-F176-4A25-BFE3-FF64715D00A6}" type="pres">
      <dgm:prSet presAssocID="{35205BF6-F63D-4B4F-9989-2A3E224D1253}" presName="rootConnector" presStyleLbl="node4" presStyleIdx="9" presStyleCnt="30"/>
      <dgm:spPr/>
    </dgm:pt>
    <dgm:pt modelId="{F501D323-7B14-42EA-88CC-FD04A4341D21}" type="pres">
      <dgm:prSet presAssocID="{35205BF6-F63D-4B4F-9989-2A3E224D1253}" presName="hierChild4" presStyleCnt="0"/>
      <dgm:spPr/>
    </dgm:pt>
    <dgm:pt modelId="{1C34AE6A-D469-43C9-9387-E43B03152570}" type="pres">
      <dgm:prSet presAssocID="{35205BF6-F63D-4B4F-9989-2A3E224D1253}" presName="hierChild5" presStyleCnt="0"/>
      <dgm:spPr/>
    </dgm:pt>
    <dgm:pt modelId="{12C6415E-7940-4231-B41D-6FFA3BEA678A}" type="pres">
      <dgm:prSet presAssocID="{C7134EAE-9242-4124-BECC-4FA3388E5F8F}" presName="Name37" presStyleLbl="parChTrans1D4" presStyleIdx="10" presStyleCnt="30"/>
      <dgm:spPr/>
    </dgm:pt>
    <dgm:pt modelId="{3969FFDF-2315-4B7A-A891-2F75ECEA721C}" type="pres">
      <dgm:prSet presAssocID="{77BBE02E-224D-4877-8648-8DC6A064ED1A}" presName="hierRoot2" presStyleCnt="0">
        <dgm:presLayoutVars>
          <dgm:hierBranch val="init"/>
        </dgm:presLayoutVars>
      </dgm:prSet>
      <dgm:spPr/>
    </dgm:pt>
    <dgm:pt modelId="{88128AC3-1204-4DE9-8B14-27614C0ED9C6}" type="pres">
      <dgm:prSet presAssocID="{77BBE02E-224D-4877-8648-8DC6A064ED1A}" presName="rootComposite" presStyleCnt="0"/>
      <dgm:spPr/>
    </dgm:pt>
    <dgm:pt modelId="{14842F68-A27A-4E1B-B5C0-7828939F589B}" type="pres">
      <dgm:prSet presAssocID="{77BBE02E-224D-4877-8648-8DC6A064ED1A}" presName="rootText" presStyleLbl="node4" presStyleIdx="10" presStyleCnt="30">
        <dgm:presLayoutVars>
          <dgm:chPref val="3"/>
        </dgm:presLayoutVars>
      </dgm:prSet>
      <dgm:spPr/>
    </dgm:pt>
    <dgm:pt modelId="{6419716A-8251-45E4-86A3-60BFF6DD9D5D}" type="pres">
      <dgm:prSet presAssocID="{77BBE02E-224D-4877-8648-8DC6A064ED1A}" presName="rootConnector" presStyleLbl="node4" presStyleIdx="10" presStyleCnt="30"/>
      <dgm:spPr/>
    </dgm:pt>
    <dgm:pt modelId="{96C39B0C-B72B-434D-8C1D-F0B204B3519E}" type="pres">
      <dgm:prSet presAssocID="{77BBE02E-224D-4877-8648-8DC6A064ED1A}" presName="hierChild4" presStyleCnt="0"/>
      <dgm:spPr/>
    </dgm:pt>
    <dgm:pt modelId="{BCADBB15-A2B3-4B05-A4B3-9FFD3C332BC3}" type="pres">
      <dgm:prSet presAssocID="{77BBE02E-224D-4877-8648-8DC6A064ED1A}" presName="hierChild5" presStyleCnt="0"/>
      <dgm:spPr/>
    </dgm:pt>
    <dgm:pt modelId="{3D48548F-B496-4E39-9C31-4B82807B8985}" type="pres">
      <dgm:prSet presAssocID="{4577F589-3055-4769-8AAA-58CDF72F0E6A}" presName="hierChild5" presStyleCnt="0"/>
      <dgm:spPr/>
    </dgm:pt>
    <dgm:pt modelId="{AFB01384-0837-49C6-82CD-7878CC7FB919}" type="pres">
      <dgm:prSet presAssocID="{27A6D00C-A69E-4D7F-89EB-A8ED11283C96}" presName="hierChild5" presStyleCnt="0"/>
      <dgm:spPr/>
    </dgm:pt>
    <dgm:pt modelId="{91B96EC1-00BA-4C53-8FDC-568C86735007}" type="pres">
      <dgm:prSet presAssocID="{6B394349-DB16-494C-9590-D0BAEA6A7B66}" presName="Name37" presStyleLbl="parChTrans1D2" presStyleIdx="1" presStyleCnt="5"/>
      <dgm:spPr/>
    </dgm:pt>
    <dgm:pt modelId="{1BD5EFD6-75EE-43A1-B65A-4241DFD89D35}" type="pres">
      <dgm:prSet presAssocID="{061379DE-51B1-4C5C-B4B3-3C6E976FC2E1}" presName="hierRoot2" presStyleCnt="0">
        <dgm:presLayoutVars>
          <dgm:hierBranch val="init"/>
        </dgm:presLayoutVars>
      </dgm:prSet>
      <dgm:spPr/>
    </dgm:pt>
    <dgm:pt modelId="{09EF0D76-5FE1-425E-AA47-33980B737BB0}" type="pres">
      <dgm:prSet presAssocID="{061379DE-51B1-4C5C-B4B3-3C6E976FC2E1}" presName="rootComposite" presStyleCnt="0"/>
      <dgm:spPr/>
    </dgm:pt>
    <dgm:pt modelId="{18574371-0C6B-4425-A370-7E65C03C3284}" type="pres">
      <dgm:prSet presAssocID="{061379DE-51B1-4C5C-B4B3-3C6E976FC2E1}" presName="rootText" presStyleLbl="node2" presStyleIdx="1" presStyleCnt="5">
        <dgm:presLayoutVars>
          <dgm:chPref val="3"/>
        </dgm:presLayoutVars>
      </dgm:prSet>
      <dgm:spPr/>
    </dgm:pt>
    <dgm:pt modelId="{2E11B3E9-3BE6-440A-AE6C-5A2AD8D13C95}" type="pres">
      <dgm:prSet presAssocID="{061379DE-51B1-4C5C-B4B3-3C6E976FC2E1}" presName="rootConnector" presStyleLbl="node2" presStyleIdx="1" presStyleCnt="5"/>
      <dgm:spPr/>
    </dgm:pt>
    <dgm:pt modelId="{1531F659-D6F2-469A-A66D-65E237365467}" type="pres">
      <dgm:prSet presAssocID="{061379DE-51B1-4C5C-B4B3-3C6E976FC2E1}" presName="hierChild4" presStyleCnt="0"/>
      <dgm:spPr/>
    </dgm:pt>
    <dgm:pt modelId="{635BB375-8D22-429E-9289-4FF057E1582D}" type="pres">
      <dgm:prSet presAssocID="{061379DE-51B1-4C5C-B4B3-3C6E976FC2E1}" presName="hierChild5" presStyleCnt="0"/>
      <dgm:spPr/>
    </dgm:pt>
    <dgm:pt modelId="{B6548F87-528F-4FC2-B95E-F05974194578}" type="pres">
      <dgm:prSet presAssocID="{86DAE0D9-2D7E-411E-B9A6-90726C73C727}" presName="Name37" presStyleLbl="parChTrans1D2" presStyleIdx="2" presStyleCnt="5"/>
      <dgm:spPr/>
    </dgm:pt>
    <dgm:pt modelId="{FAEA4CCD-C0D1-4D96-AA8C-73D08BE3E832}" type="pres">
      <dgm:prSet presAssocID="{B8571BD9-3639-4C59-BC87-B9979887D6FC}" presName="hierRoot2" presStyleCnt="0">
        <dgm:presLayoutVars>
          <dgm:hierBranch val="init"/>
        </dgm:presLayoutVars>
      </dgm:prSet>
      <dgm:spPr/>
    </dgm:pt>
    <dgm:pt modelId="{BC15F8C2-C498-4B51-BB6F-22D4918FA326}" type="pres">
      <dgm:prSet presAssocID="{B8571BD9-3639-4C59-BC87-B9979887D6FC}" presName="rootComposite" presStyleCnt="0"/>
      <dgm:spPr/>
    </dgm:pt>
    <dgm:pt modelId="{ED38BF37-405F-4B26-BD41-1EEDB8EE74E5}" type="pres">
      <dgm:prSet presAssocID="{B8571BD9-3639-4C59-BC87-B9979887D6FC}" presName="rootText" presStyleLbl="node2" presStyleIdx="2" presStyleCnt="5">
        <dgm:presLayoutVars>
          <dgm:chPref val="3"/>
        </dgm:presLayoutVars>
      </dgm:prSet>
      <dgm:spPr/>
    </dgm:pt>
    <dgm:pt modelId="{8FB3B6FB-EA63-4FCF-B007-725F54CF9336}" type="pres">
      <dgm:prSet presAssocID="{B8571BD9-3639-4C59-BC87-B9979887D6FC}" presName="rootConnector" presStyleLbl="node2" presStyleIdx="2" presStyleCnt="5"/>
      <dgm:spPr/>
    </dgm:pt>
    <dgm:pt modelId="{3358B4C0-758A-42CC-B958-9DD5C1687720}" type="pres">
      <dgm:prSet presAssocID="{B8571BD9-3639-4C59-BC87-B9979887D6FC}" presName="hierChild4" presStyleCnt="0"/>
      <dgm:spPr/>
    </dgm:pt>
    <dgm:pt modelId="{63FC340A-6153-4B79-AD6F-4E2E40CAF1AA}" type="pres">
      <dgm:prSet presAssocID="{EF385BA8-64BB-4177-9956-BAD7534AAFE3}" presName="Name37" presStyleLbl="parChTrans1D3" presStyleIdx="3" presStyleCnt="7"/>
      <dgm:spPr/>
    </dgm:pt>
    <dgm:pt modelId="{3932047A-56B0-4AC7-B5DA-002EE29D8180}" type="pres">
      <dgm:prSet presAssocID="{2762110E-7540-4040-93B0-9B8F49963191}" presName="hierRoot2" presStyleCnt="0">
        <dgm:presLayoutVars>
          <dgm:hierBranch val="init"/>
        </dgm:presLayoutVars>
      </dgm:prSet>
      <dgm:spPr/>
    </dgm:pt>
    <dgm:pt modelId="{D28DDD83-F116-4E5F-ACBF-CCE7B7A21BDF}" type="pres">
      <dgm:prSet presAssocID="{2762110E-7540-4040-93B0-9B8F49963191}" presName="rootComposite" presStyleCnt="0"/>
      <dgm:spPr/>
    </dgm:pt>
    <dgm:pt modelId="{299AADA2-BC0A-467B-9498-E938734A9546}" type="pres">
      <dgm:prSet presAssocID="{2762110E-7540-4040-93B0-9B8F49963191}" presName="rootText" presStyleLbl="node3" presStyleIdx="3" presStyleCnt="7">
        <dgm:presLayoutVars>
          <dgm:chPref val="3"/>
        </dgm:presLayoutVars>
      </dgm:prSet>
      <dgm:spPr/>
    </dgm:pt>
    <dgm:pt modelId="{538D30A9-0E3B-4E74-A205-AF1225DA815F}" type="pres">
      <dgm:prSet presAssocID="{2762110E-7540-4040-93B0-9B8F49963191}" presName="rootConnector" presStyleLbl="node3" presStyleIdx="3" presStyleCnt="7"/>
      <dgm:spPr/>
    </dgm:pt>
    <dgm:pt modelId="{64C8152C-24D5-4BC6-B386-BE8A54A7E9A9}" type="pres">
      <dgm:prSet presAssocID="{2762110E-7540-4040-93B0-9B8F49963191}" presName="hierChild4" presStyleCnt="0"/>
      <dgm:spPr/>
    </dgm:pt>
    <dgm:pt modelId="{ABE8E3B2-DD53-407C-86AB-3B5E00DD10EC}" type="pres">
      <dgm:prSet presAssocID="{687ACD03-8CA8-4C24-A70F-AED6446E2D09}" presName="Name37" presStyleLbl="parChTrans1D4" presStyleIdx="11" presStyleCnt="30"/>
      <dgm:spPr/>
    </dgm:pt>
    <dgm:pt modelId="{B3DD2E2C-FCF7-44DA-B47B-26B797520AFA}" type="pres">
      <dgm:prSet presAssocID="{DC874471-DAE2-45C0-B381-B15FFAB70169}" presName="hierRoot2" presStyleCnt="0">
        <dgm:presLayoutVars>
          <dgm:hierBranch val="init"/>
        </dgm:presLayoutVars>
      </dgm:prSet>
      <dgm:spPr/>
    </dgm:pt>
    <dgm:pt modelId="{EF3D04BE-70C5-4145-A9EB-A9B6B50A3824}" type="pres">
      <dgm:prSet presAssocID="{DC874471-DAE2-45C0-B381-B15FFAB70169}" presName="rootComposite" presStyleCnt="0"/>
      <dgm:spPr/>
    </dgm:pt>
    <dgm:pt modelId="{4A418EE1-B63F-4CC8-9B27-C7957C404BEE}" type="pres">
      <dgm:prSet presAssocID="{DC874471-DAE2-45C0-B381-B15FFAB70169}" presName="rootText" presStyleLbl="node4" presStyleIdx="11" presStyleCnt="30">
        <dgm:presLayoutVars>
          <dgm:chPref val="3"/>
        </dgm:presLayoutVars>
      </dgm:prSet>
      <dgm:spPr/>
    </dgm:pt>
    <dgm:pt modelId="{8A2AA940-7834-48AC-AAC5-D1BCA878DE7C}" type="pres">
      <dgm:prSet presAssocID="{DC874471-DAE2-45C0-B381-B15FFAB70169}" presName="rootConnector" presStyleLbl="node4" presStyleIdx="11" presStyleCnt="30"/>
      <dgm:spPr/>
    </dgm:pt>
    <dgm:pt modelId="{8BE1549B-10CB-4B58-891B-EE411974C67D}" type="pres">
      <dgm:prSet presAssocID="{DC874471-DAE2-45C0-B381-B15FFAB70169}" presName="hierChild4" presStyleCnt="0"/>
      <dgm:spPr/>
    </dgm:pt>
    <dgm:pt modelId="{CD9D68A6-7E26-4023-B69C-C5ABDABB80C5}" type="pres">
      <dgm:prSet presAssocID="{6B12D646-FCB4-4266-9321-109373454FAA}" presName="Name37" presStyleLbl="parChTrans1D4" presStyleIdx="12" presStyleCnt="30"/>
      <dgm:spPr/>
    </dgm:pt>
    <dgm:pt modelId="{7DC3705E-0255-4A66-8290-CC27CFAA2AAC}" type="pres">
      <dgm:prSet presAssocID="{59DB62A5-093A-4173-932B-30CF49D72DC7}" presName="hierRoot2" presStyleCnt="0">
        <dgm:presLayoutVars>
          <dgm:hierBranch val="init"/>
        </dgm:presLayoutVars>
      </dgm:prSet>
      <dgm:spPr/>
    </dgm:pt>
    <dgm:pt modelId="{56B295D7-AFA3-4D96-9738-FBCADC88C1C1}" type="pres">
      <dgm:prSet presAssocID="{59DB62A5-093A-4173-932B-30CF49D72DC7}" presName="rootComposite" presStyleCnt="0"/>
      <dgm:spPr/>
    </dgm:pt>
    <dgm:pt modelId="{6A075562-4C1D-43A8-AA6B-56553010A8B1}" type="pres">
      <dgm:prSet presAssocID="{59DB62A5-093A-4173-932B-30CF49D72DC7}" presName="rootText" presStyleLbl="node4" presStyleIdx="12" presStyleCnt="30">
        <dgm:presLayoutVars>
          <dgm:chPref val="3"/>
        </dgm:presLayoutVars>
      </dgm:prSet>
      <dgm:spPr/>
    </dgm:pt>
    <dgm:pt modelId="{94C57956-9591-4618-AA75-FE65E1E56748}" type="pres">
      <dgm:prSet presAssocID="{59DB62A5-093A-4173-932B-30CF49D72DC7}" presName="rootConnector" presStyleLbl="node4" presStyleIdx="12" presStyleCnt="30"/>
      <dgm:spPr/>
    </dgm:pt>
    <dgm:pt modelId="{408339A2-030D-4133-B9E1-9776643E26C1}" type="pres">
      <dgm:prSet presAssocID="{59DB62A5-093A-4173-932B-30CF49D72DC7}" presName="hierChild4" presStyleCnt="0"/>
      <dgm:spPr/>
    </dgm:pt>
    <dgm:pt modelId="{6BBE2293-1C69-47E6-A4A4-15721C795628}" type="pres">
      <dgm:prSet presAssocID="{7FAFD074-B424-45C7-8760-A44E41E5BC6E}" presName="Name37" presStyleLbl="parChTrans1D4" presStyleIdx="13" presStyleCnt="30"/>
      <dgm:spPr/>
    </dgm:pt>
    <dgm:pt modelId="{44B37D5C-785B-4A8C-9961-119EFD9A73DF}" type="pres">
      <dgm:prSet presAssocID="{4B35164C-37AA-4B87-8CD7-21A91C9D598A}" presName="hierRoot2" presStyleCnt="0">
        <dgm:presLayoutVars>
          <dgm:hierBranch val="init"/>
        </dgm:presLayoutVars>
      </dgm:prSet>
      <dgm:spPr/>
    </dgm:pt>
    <dgm:pt modelId="{07DA9BF4-0561-436F-AF46-D9CF00F66FC2}" type="pres">
      <dgm:prSet presAssocID="{4B35164C-37AA-4B87-8CD7-21A91C9D598A}" presName="rootComposite" presStyleCnt="0"/>
      <dgm:spPr/>
    </dgm:pt>
    <dgm:pt modelId="{2217F2A0-F9C7-4EEE-A8AE-1C92A8DF2BC7}" type="pres">
      <dgm:prSet presAssocID="{4B35164C-37AA-4B87-8CD7-21A91C9D598A}" presName="rootText" presStyleLbl="node4" presStyleIdx="13" presStyleCnt="30">
        <dgm:presLayoutVars>
          <dgm:chPref val="3"/>
        </dgm:presLayoutVars>
      </dgm:prSet>
      <dgm:spPr/>
    </dgm:pt>
    <dgm:pt modelId="{11B7F4BB-D387-4ABF-B72A-8F5C3C86F481}" type="pres">
      <dgm:prSet presAssocID="{4B35164C-37AA-4B87-8CD7-21A91C9D598A}" presName="rootConnector" presStyleLbl="node4" presStyleIdx="13" presStyleCnt="30"/>
      <dgm:spPr/>
    </dgm:pt>
    <dgm:pt modelId="{78316632-8F81-40D8-ACFA-240D6B846314}" type="pres">
      <dgm:prSet presAssocID="{4B35164C-37AA-4B87-8CD7-21A91C9D598A}" presName="hierChild4" presStyleCnt="0"/>
      <dgm:spPr/>
    </dgm:pt>
    <dgm:pt modelId="{740C15A5-2E33-4570-BA8D-92FB68ACFB24}" type="pres">
      <dgm:prSet presAssocID="{4B35164C-37AA-4B87-8CD7-21A91C9D598A}" presName="hierChild5" presStyleCnt="0"/>
      <dgm:spPr/>
    </dgm:pt>
    <dgm:pt modelId="{B661EE95-DEB4-4300-A007-00FC45416380}" type="pres">
      <dgm:prSet presAssocID="{59DB62A5-093A-4173-932B-30CF49D72DC7}" presName="hierChild5" presStyleCnt="0"/>
      <dgm:spPr/>
    </dgm:pt>
    <dgm:pt modelId="{3F47C979-6937-479C-AFB8-1D5F39302C56}" type="pres">
      <dgm:prSet presAssocID="{DC874471-DAE2-45C0-B381-B15FFAB70169}" presName="hierChild5" presStyleCnt="0"/>
      <dgm:spPr/>
    </dgm:pt>
    <dgm:pt modelId="{6F2C1DDB-3A86-4271-9A26-05CB8FB15D89}" type="pres">
      <dgm:prSet presAssocID="{2762110E-7540-4040-93B0-9B8F49963191}" presName="hierChild5" presStyleCnt="0"/>
      <dgm:spPr/>
    </dgm:pt>
    <dgm:pt modelId="{3B270741-ECDC-40F3-82F1-B526705BE576}" type="pres">
      <dgm:prSet presAssocID="{B8571BD9-3639-4C59-BC87-B9979887D6FC}" presName="hierChild5" presStyleCnt="0"/>
      <dgm:spPr/>
    </dgm:pt>
    <dgm:pt modelId="{2E87EDD9-EE1D-4D21-A01E-2EC2E121B783}" type="pres">
      <dgm:prSet presAssocID="{5E8D2D60-20C9-4564-BF46-9E60A5F6008E}" presName="Name37" presStyleLbl="parChTrans1D2" presStyleIdx="3" presStyleCnt="5"/>
      <dgm:spPr/>
    </dgm:pt>
    <dgm:pt modelId="{ACD5C70A-FF65-4602-B937-0D8DBF547D52}" type="pres">
      <dgm:prSet presAssocID="{4107FE97-E5BA-481C-8F04-D738BA04259C}" presName="hierRoot2" presStyleCnt="0">
        <dgm:presLayoutVars>
          <dgm:hierBranch val="init"/>
        </dgm:presLayoutVars>
      </dgm:prSet>
      <dgm:spPr/>
    </dgm:pt>
    <dgm:pt modelId="{A5081799-BD77-4FD5-96A4-545703ECE1BD}" type="pres">
      <dgm:prSet presAssocID="{4107FE97-E5BA-481C-8F04-D738BA04259C}" presName="rootComposite" presStyleCnt="0"/>
      <dgm:spPr/>
    </dgm:pt>
    <dgm:pt modelId="{631922F3-CC43-4598-B411-CCF379AF0C9A}" type="pres">
      <dgm:prSet presAssocID="{4107FE97-E5BA-481C-8F04-D738BA04259C}" presName="rootText" presStyleLbl="node2" presStyleIdx="3" presStyleCnt="5">
        <dgm:presLayoutVars>
          <dgm:chPref val="3"/>
        </dgm:presLayoutVars>
      </dgm:prSet>
      <dgm:spPr/>
    </dgm:pt>
    <dgm:pt modelId="{5802E53E-5E51-4DB9-8307-8F6CF9766DD5}" type="pres">
      <dgm:prSet presAssocID="{4107FE97-E5BA-481C-8F04-D738BA04259C}" presName="rootConnector" presStyleLbl="node2" presStyleIdx="3" presStyleCnt="5"/>
      <dgm:spPr/>
    </dgm:pt>
    <dgm:pt modelId="{1332EF43-2D86-4CE9-9677-C4CA645BBEF3}" type="pres">
      <dgm:prSet presAssocID="{4107FE97-E5BA-481C-8F04-D738BA04259C}" presName="hierChild4" presStyleCnt="0"/>
      <dgm:spPr/>
    </dgm:pt>
    <dgm:pt modelId="{6B583212-E592-4F1C-B73D-E6056EC4213F}" type="pres">
      <dgm:prSet presAssocID="{4107FE97-E5BA-481C-8F04-D738BA04259C}" presName="hierChild5" presStyleCnt="0"/>
      <dgm:spPr/>
    </dgm:pt>
    <dgm:pt modelId="{3CA41202-AB11-4B61-ACCE-98AFE49D20E5}" type="pres">
      <dgm:prSet presAssocID="{123ECDD6-4E7B-48F5-A37F-2B77E0846632}" presName="Name37" presStyleLbl="parChTrans1D2" presStyleIdx="4" presStyleCnt="5"/>
      <dgm:spPr/>
    </dgm:pt>
    <dgm:pt modelId="{1C597A01-96BB-44C9-B8FB-EDB991D207CF}" type="pres">
      <dgm:prSet presAssocID="{24521183-9CE5-48B2-A87C-5B59C4F22B39}" presName="hierRoot2" presStyleCnt="0">
        <dgm:presLayoutVars>
          <dgm:hierBranch val="init"/>
        </dgm:presLayoutVars>
      </dgm:prSet>
      <dgm:spPr/>
    </dgm:pt>
    <dgm:pt modelId="{B690908A-130B-48FC-8B4D-56C2D652606B}" type="pres">
      <dgm:prSet presAssocID="{24521183-9CE5-48B2-A87C-5B59C4F22B39}" presName="rootComposite" presStyleCnt="0"/>
      <dgm:spPr/>
    </dgm:pt>
    <dgm:pt modelId="{04ACEB55-6364-45AF-87CD-4452A7C1C0AE}" type="pres">
      <dgm:prSet presAssocID="{24521183-9CE5-48B2-A87C-5B59C4F22B39}" presName="rootText" presStyleLbl="node2" presStyleIdx="4" presStyleCnt="5">
        <dgm:presLayoutVars>
          <dgm:chPref val="3"/>
        </dgm:presLayoutVars>
      </dgm:prSet>
      <dgm:spPr/>
    </dgm:pt>
    <dgm:pt modelId="{1C53459E-3546-4643-AEC3-58731DD83B75}" type="pres">
      <dgm:prSet presAssocID="{24521183-9CE5-48B2-A87C-5B59C4F22B39}" presName="rootConnector" presStyleLbl="node2" presStyleIdx="4" presStyleCnt="5"/>
      <dgm:spPr/>
    </dgm:pt>
    <dgm:pt modelId="{C54DBFBE-AEDA-458C-BF3E-FD0E8D2DE489}" type="pres">
      <dgm:prSet presAssocID="{24521183-9CE5-48B2-A87C-5B59C4F22B39}" presName="hierChild4" presStyleCnt="0"/>
      <dgm:spPr/>
    </dgm:pt>
    <dgm:pt modelId="{136CB636-91C5-477E-98C4-02C80A6BF1FE}" type="pres">
      <dgm:prSet presAssocID="{99C39770-5992-412B-B243-E43F1F603EF0}" presName="Name37" presStyleLbl="parChTrans1D3" presStyleIdx="4" presStyleCnt="7"/>
      <dgm:spPr/>
    </dgm:pt>
    <dgm:pt modelId="{87251934-FB39-4157-838E-5EB0513AEC6E}" type="pres">
      <dgm:prSet presAssocID="{2BE0929D-41AE-49BE-A051-12BC3635B948}" presName="hierRoot2" presStyleCnt="0">
        <dgm:presLayoutVars>
          <dgm:hierBranch val="init"/>
        </dgm:presLayoutVars>
      </dgm:prSet>
      <dgm:spPr/>
    </dgm:pt>
    <dgm:pt modelId="{A3615F08-A71D-4858-BA25-DDBB0870C359}" type="pres">
      <dgm:prSet presAssocID="{2BE0929D-41AE-49BE-A051-12BC3635B948}" presName="rootComposite" presStyleCnt="0"/>
      <dgm:spPr/>
    </dgm:pt>
    <dgm:pt modelId="{3788693D-EEFA-49E7-88F9-784650279262}" type="pres">
      <dgm:prSet presAssocID="{2BE0929D-41AE-49BE-A051-12BC3635B948}" presName="rootText" presStyleLbl="node3" presStyleIdx="4" presStyleCnt="7">
        <dgm:presLayoutVars>
          <dgm:chPref val="3"/>
        </dgm:presLayoutVars>
      </dgm:prSet>
      <dgm:spPr/>
    </dgm:pt>
    <dgm:pt modelId="{B5D664A7-FE85-4981-B49D-15D1B7604537}" type="pres">
      <dgm:prSet presAssocID="{2BE0929D-41AE-49BE-A051-12BC3635B948}" presName="rootConnector" presStyleLbl="node3" presStyleIdx="4" presStyleCnt="7"/>
      <dgm:spPr/>
    </dgm:pt>
    <dgm:pt modelId="{CA9539B5-2B92-400A-8900-2B883902D09F}" type="pres">
      <dgm:prSet presAssocID="{2BE0929D-41AE-49BE-A051-12BC3635B948}" presName="hierChild4" presStyleCnt="0"/>
      <dgm:spPr/>
    </dgm:pt>
    <dgm:pt modelId="{3F1A253F-C767-4CC3-AB9D-5D0305FC116D}" type="pres">
      <dgm:prSet presAssocID="{F036AC62-750F-46C0-B97C-4846E46E84BF}" presName="Name37" presStyleLbl="parChTrans1D4" presStyleIdx="14" presStyleCnt="30"/>
      <dgm:spPr/>
    </dgm:pt>
    <dgm:pt modelId="{0694A711-D805-4EF2-965A-F294D284C49F}" type="pres">
      <dgm:prSet presAssocID="{9D9C3A31-58A0-42F2-AC41-BFAB5D6445DA}" presName="hierRoot2" presStyleCnt="0">
        <dgm:presLayoutVars>
          <dgm:hierBranch val="init"/>
        </dgm:presLayoutVars>
      </dgm:prSet>
      <dgm:spPr/>
    </dgm:pt>
    <dgm:pt modelId="{D3BB1273-523D-48AE-A283-0C26F675F2E0}" type="pres">
      <dgm:prSet presAssocID="{9D9C3A31-58A0-42F2-AC41-BFAB5D6445DA}" presName="rootComposite" presStyleCnt="0"/>
      <dgm:spPr/>
    </dgm:pt>
    <dgm:pt modelId="{AE4D590B-5B7B-4F17-93D5-BB58965730CD}" type="pres">
      <dgm:prSet presAssocID="{9D9C3A31-58A0-42F2-AC41-BFAB5D6445DA}" presName="rootText" presStyleLbl="node4" presStyleIdx="14" presStyleCnt="30">
        <dgm:presLayoutVars>
          <dgm:chPref val="3"/>
        </dgm:presLayoutVars>
      </dgm:prSet>
      <dgm:spPr/>
    </dgm:pt>
    <dgm:pt modelId="{DF14686B-E219-48B7-A0B5-4479012EB274}" type="pres">
      <dgm:prSet presAssocID="{9D9C3A31-58A0-42F2-AC41-BFAB5D6445DA}" presName="rootConnector" presStyleLbl="node4" presStyleIdx="14" presStyleCnt="30"/>
      <dgm:spPr/>
    </dgm:pt>
    <dgm:pt modelId="{A793BE68-04C3-4D5D-8920-2273087762DC}" type="pres">
      <dgm:prSet presAssocID="{9D9C3A31-58A0-42F2-AC41-BFAB5D6445DA}" presName="hierChild4" presStyleCnt="0"/>
      <dgm:spPr/>
    </dgm:pt>
    <dgm:pt modelId="{B7E9730C-F71D-4344-8070-3C371C0DA9CB}" type="pres">
      <dgm:prSet presAssocID="{9D9C3A31-58A0-42F2-AC41-BFAB5D6445DA}" presName="hierChild5" presStyleCnt="0"/>
      <dgm:spPr/>
    </dgm:pt>
    <dgm:pt modelId="{F1636DB4-E550-4CB0-9F27-C39A8754998E}" type="pres">
      <dgm:prSet presAssocID="{6D6648B6-FA00-4D81-AA7C-F1817D27CC93}" presName="Name37" presStyleLbl="parChTrans1D4" presStyleIdx="15" presStyleCnt="30"/>
      <dgm:spPr/>
    </dgm:pt>
    <dgm:pt modelId="{850796F1-50C4-450D-B564-D43A6A40C2D1}" type="pres">
      <dgm:prSet presAssocID="{B5E31013-7CBD-43FA-95A4-4057A16AA998}" presName="hierRoot2" presStyleCnt="0">
        <dgm:presLayoutVars>
          <dgm:hierBranch val="init"/>
        </dgm:presLayoutVars>
      </dgm:prSet>
      <dgm:spPr/>
    </dgm:pt>
    <dgm:pt modelId="{0623EA16-3A8B-4B85-BB6D-F6074318D0C0}" type="pres">
      <dgm:prSet presAssocID="{B5E31013-7CBD-43FA-95A4-4057A16AA998}" presName="rootComposite" presStyleCnt="0"/>
      <dgm:spPr/>
    </dgm:pt>
    <dgm:pt modelId="{0E6762D8-0A4D-4193-898B-5B216B2B781E}" type="pres">
      <dgm:prSet presAssocID="{B5E31013-7CBD-43FA-95A4-4057A16AA998}" presName="rootText" presStyleLbl="node4" presStyleIdx="15" presStyleCnt="30">
        <dgm:presLayoutVars>
          <dgm:chPref val="3"/>
        </dgm:presLayoutVars>
      </dgm:prSet>
      <dgm:spPr/>
    </dgm:pt>
    <dgm:pt modelId="{C80BBE50-7AFB-423D-A5EF-86900231185C}" type="pres">
      <dgm:prSet presAssocID="{B5E31013-7CBD-43FA-95A4-4057A16AA998}" presName="rootConnector" presStyleLbl="node4" presStyleIdx="15" presStyleCnt="30"/>
      <dgm:spPr/>
    </dgm:pt>
    <dgm:pt modelId="{1AE4C20B-255F-4EFE-B52E-24ADEACE8ADC}" type="pres">
      <dgm:prSet presAssocID="{B5E31013-7CBD-43FA-95A4-4057A16AA998}" presName="hierChild4" presStyleCnt="0"/>
      <dgm:spPr/>
    </dgm:pt>
    <dgm:pt modelId="{36E51470-0392-4513-9387-E92FC3097D94}" type="pres">
      <dgm:prSet presAssocID="{B5E31013-7CBD-43FA-95A4-4057A16AA998}" presName="hierChild5" presStyleCnt="0"/>
      <dgm:spPr/>
    </dgm:pt>
    <dgm:pt modelId="{B81E3D9E-D455-4B37-9461-09D21D022AE9}" type="pres">
      <dgm:prSet presAssocID="{2B540998-8B99-4B52-9807-648086427331}" presName="Name37" presStyleLbl="parChTrans1D4" presStyleIdx="16" presStyleCnt="30"/>
      <dgm:spPr/>
    </dgm:pt>
    <dgm:pt modelId="{9076FA98-FCBE-49BF-8CBC-02320BB9EB55}" type="pres">
      <dgm:prSet presAssocID="{F5A483ED-727F-462E-8942-0144767E0999}" presName="hierRoot2" presStyleCnt="0">
        <dgm:presLayoutVars>
          <dgm:hierBranch val="init"/>
        </dgm:presLayoutVars>
      </dgm:prSet>
      <dgm:spPr/>
    </dgm:pt>
    <dgm:pt modelId="{F87BBF90-F1C4-4E01-BD26-8125E9EF2A11}" type="pres">
      <dgm:prSet presAssocID="{F5A483ED-727F-462E-8942-0144767E0999}" presName="rootComposite" presStyleCnt="0"/>
      <dgm:spPr/>
    </dgm:pt>
    <dgm:pt modelId="{3366EE59-6D32-4DBB-BC92-A1B5D777ECBB}" type="pres">
      <dgm:prSet presAssocID="{F5A483ED-727F-462E-8942-0144767E0999}" presName="rootText" presStyleLbl="node4" presStyleIdx="16" presStyleCnt="30">
        <dgm:presLayoutVars>
          <dgm:chPref val="3"/>
        </dgm:presLayoutVars>
      </dgm:prSet>
      <dgm:spPr/>
    </dgm:pt>
    <dgm:pt modelId="{052BA2F5-4FC0-4716-9E3D-E96DB23232DD}" type="pres">
      <dgm:prSet presAssocID="{F5A483ED-727F-462E-8942-0144767E0999}" presName="rootConnector" presStyleLbl="node4" presStyleIdx="16" presStyleCnt="30"/>
      <dgm:spPr/>
    </dgm:pt>
    <dgm:pt modelId="{D1A87EF3-354E-49B2-9168-403AFA7EDA42}" type="pres">
      <dgm:prSet presAssocID="{F5A483ED-727F-462E-8942-0144767E0999}" presName="hierChild4" presStyleCnt="0"/>
      <dgm:spPr/>
    </dgm:pt>
    <dgm:pt modelId="{03100D88-71CD-46C0-B14E-837B49761317}" type="pres">
      <dgm:prSet presAssocID="{F5A483ED-727F-462E-8942-0144767E0999}" presName="hierChild5" presStyleCnt="0"/>
      <dgm:spPr/>
    </dgm:pt>
    <dgm:pt modelId="{37E209B6-1BA1-4C94-AEC3-46AA25841C35}" type="pres">
      <dgm:prSet presAssocID="{2BE0929D-41AE-49BE-A051-12BC3635B948}" presName="hierChild5" presStyleCnt="0"/>
      <dgm:spPr/>
    </dgm:pt>
    <dgm:pt modelId="{B098EB27-3673-46B5-B69C-664C032A468A}" type="pres">
      <dgm:prSet presAssocID="{32BE73E8-7125-4A26-8152-F0C225D751C2}" presName="Name37" presStyleLbl="parChTrans1D3" presStyleIdx="5" presStyleCnt="7"/>
      <dgm:spPr/>
    </dgm:pt>
    <dgm:pt modelId="{B07CF859-139F-4AEE-9C4F-E07AE0DFC005}" type="pres">
      <dgm:prSet presAssocID="{A4050375-6CED-44E6-9D5B-1C03F221485E}" presName="hierRoot2" presStyleCnt="0">
        <dgm:presLayoutVars>
          <dgm:hierBranch val="init"/>
        </dgm:presLayoutVars>
      </dgm:prSet>
      <dgm:spPr/>
    </dgm:pt>
    <dgm:pt modelId="{0C97E354-B488-4340-8289-B402C97C7FFD}" type="pres">
      <dgm:prSet presAssocID="{A4050375-6CED-44E6-9D5B-1C03F221485E}" presName="rootComposite" presStyleCnt="0"/>
      <dgm:spPr/>
    </dgm:pt>
    <dgm:pt modelId="{98567316-5C05-4313-80D9-D028806AC8D4}" type="pres">
      <dgm:prSet presAssocID="{A4050375-6CED-44E6-9D5B-1C03F221485E}" presName="rootText" presStyleLbl="node3" presStyleIdx="5" presStyleCnt="7">
        <dgm:presLayoutVars>
          <dgm:chPref val="3"/>
        </dgm:presLayoutVars>
      </dgm:prSet>
      <dgm:spPr/>
    </dgm:pt>
    <dgm:pt modelId="{C76006C0-12C9-483B-80D2-49088A52E019}" type="pres">
      <dgm:prSet presAssocID="{A4050375-6CED-44E6-9D5B-1C03F221485E}" presName="rootConnector" presStyleLbl="node3" presStyleIdx="5" presStyleCnt="7"/>
      <dgm:spPr/>
    </dgm:pt>
    <dgm:pt modelId="{E736BAA5-FF9C-4B05-BD6F-956DC36B6C24}" type="pres">
      <dgm:prSet presAssocID="{A4050375-6CED-44E6-9D5B-1C03F221485E}" presName="hierChild4" presStyleCnt="0"/>
      <dgm:spPr/>
    </dgm:pt>
    <dgm:pt modelId="{900D81D3-3C4B-4A0B-8AA8-8807809EE3BC}" type="pres">
      <dgm:prSet presAssocID="{438A72FA-A4B8-49E0-88E5-49E387454FB3}" presName="Name37" presStyleLbl="parChTrans1D4" presStyleIdx="17" presStyleCnt="30"/>
      <dgm:spPr/>
    </dgm:pt>
    <dgm:pt modelId="{900C0B32-9C9F-42B3-B410-75A8F1EFAA24}" type="pres">
      <dgm:prSet presAssocID="{04379402-E64F-4FF2-9C61-C8BCF5941B9A}" presName="hierRoot2" presStyleCnt="0">
        <dgm:presLayoutVars>
          <dgm:hierBranch val="init"/>
        </dgm:presLayoutVars>
      </dgm:prSet>
      <dgm:spPr/>
    </dgm:pt>
    <dgm:pt modelId="{FE62FED7-8D21-460C-AFB6-4887E6405FF9}" type="pres">
      <dgm:prSet presAssocID="{04379402-E64F-4FF2-9C61-C8BCF5941B9A}" presName="rootComposite" presStyleCnt="0"/>
      <dgm:spPr/>
    </dgm:pt>
    <dgm:pt modelId="{5717D034-2143-4261-8CA8-FEC0BC681BBD}" type="pres">
      <dgm:prSet presAssocID="{04379402-E64F-4FF2-9C61-C8BCF5941B9A}" presName="rootText" presStyleLbl="node4" presStyleIdx="17" presStyleCnt="30">
        <dgm:presLayoutVars>
          <dgm:chPref val="3"/>
        </dgm:presLayoutVars>
      </dgm:prSet>
      <dgm:spPr/>
    </dgm:pt>
    <dgm:pt modelId="{7CB85E09-9392-4783-B516-16BA35948EF5}" type="pres">
      <dgm:prSet presAssocID="{04379402-E64F-4FF2-9C61-C8BCF5941B9A}" presName="rootConnector" presStyleLbl="node4" presStyleIdx="17" presStyleCnt="30"/>
      <dgm:spPr/>
    </dgm:pt>
    <dgm:pt modelId="{E7B449FC-45C0-415A-8786-AFFBC4FF8631}" type="pres">
      <dgm:prSet presAssocID="{04379402-E64F-4FF2-9C61-C8BCF5941B9A}" presName="hierChild4" presStyleCnt="0"/>
      <dgm:spPr/>
    </dgm:pt>
    <dgm:pt modelId="{BA8BF6F1-0AEE-445F-9A5A-046A183A36D0}" type="pres">
      <dgm:prSet presAssocID="{E9C1B6D5-BC6D-4377-8F40-EAAF23076ADD}" presName="Name37" presStyleLbl="parChTrans1D4" presStyleIdx="18" presStyleCnt="30"/>
      <dgm:spPr/>
    </dgm:pt>
    <dgm:pt modelId="{B2A92172-C5D7-4F1D-8047-B64E66A78BD3}" type="pres">
      <dgm:prSet presAssocID="{723CB0A2-316B-41D8-B51C-A8FE318CAD55}" presName="hierRoot2" presStyleCnt="0">
        <dgm:presLayoutVars>
          <dgm:hierBranch val="init"/>
        </dgm:presLayoutVars>
      </dgm:prSet>
      <dgm:spPr/>
    </dgm:pt>
    <dgm:pt modelId="{618A9CDC-CA90-4B88-87D7-4A2348D022E5}" type="pres">
      <dgm:prSet presAssocID="{723CB0A2-316B-41D8-B51C-A8FE318CAD55}" presName="rootComposite" presStyleCnt="0"/>
      <dgm:spPr/>
    </dgm:pt>
    <dgm:pt modelId="{FA19EE92-6F59-476D-A028-BC6780C67E85}" type="pres">
      <dgm:prSet presAssocID="{723CB0A2-316B-41D8-B51C-A8FE318CAD55}" presName="rootText" presStyleLbl="node4" presStyleIdx="18" presStyleCnt="30" custScaleY="204794">
        <dgm:presLayoutVars>
          <dgm:chPref val="3"/>
        </dgm:presLayoutVars>
      </dgm:prSet>
      <dgm:spPr/>
    </dgm:pt>
    <dgm:pt modelId="{5B560163-E806-4F36-8854-A40C22966929}" type="pres">
      <dgm:prSet presAssocID="{723CB0A2-316B-41D8-B51C-A8FE318CAD55}" presName="rootConnector" presStyleLbl="node4" presStyleIdx="18" presStyleCnt="30"/>
      <dgm:spPr/>
    </dgm:pt>
    <dgm:pt modelId="{DC23E7BD-3BFD-4E7E-A6AC-45AA1C91AD96}" type="pres">
      <dgm:prSet presAssocID="{723CB0A2-316B-41D8-B51C-A8FE318CAD55}" presName="hierChild4" presStyleCnt="0"/>
      <dgm:spPr/>
    </dgm:pt>
    <dgm:pt modelId="{92B58243-2690-4843-8290-A63ABE7C683B}" type="pres">
      <dgm:prSet presAssocID="{723CB0A2-316B-41D8-B51C-A8FE318CAD55}" presName="hierChild5" presStyleCnt="0"/>
      <dgm:spPr/>
    </dgm:pt>
    <dgm:pt modelId="{E619AC44-91BB-4CFD-9CF4-27373BF4355F}" type="pres">
      <dgm:prSet presAssocID="{C18D4415-7585-4BDB-93FE-9F9ECE943B5E}" presName="Name37" presStyleLbl="parChTrans1D4" presStyleIdx="19" presStyleCnt="30"/>
      <dgm:spPr/>
    </dgm:pt>
    <dgm:pt modelId="{A1BBD526-6836-49B8-BD0B-1A416F070222}" type="pres">
      <dgm:prSet presAssocID="{0F66EAD9-18B9-4ABD-97E9-5E0241B38307}" presName="hierRoot2" presStyleCnt="0">
        <dgm:presLayoutVars>
          <dgm:hierBranch val="init"/>
        </dgm:presLayoutVars>
      </dgm:prSet>
      <dgm:spPr/>
    </dgm:pt>
    <dgm:pt modelId="{307B1AA9-3C0B-4A8D-95C4-2B25886641EE}" type="pres">
      <dgm:prSet presAssocID="{0F66EAD9-18B9-4ABD-97E9-5E0241B38307}" presName="rootComposite" presStyleCnt="0"/>
      <dgm:spPr/>
    </dgm:pt>
    <dgm:pt modelId="{15AFEBCF-1FFB-4C09-94E1-E2DAD6B7A7DD}" type="pres">
      <dgm:prSet presAssocID="{0F66EAD9-18B9-4ABD-97E9-5E0241B38307}" presName="rootText" presStyleLbl="node4" presStyleIdx="19" presStyleCnt="30" custScaleY="169228">
        <dgm:presLayoutVars>
          <dgm:chPref val="3"/>
        </dgm:presLayoutVars>
      </dgm:prSet>
      <dgm:spPr/>
    </dgm:pt>
    <dgm:pt modelId="{74F4A7BF-5416-4964-B8E2-106B3CEEB165}" type="pres">
      <dgm:prSet presAssocID="{0F66EAD9-18B9-4ABD-97E9-5E0241B38307}" presName="rootConnector" presStyleLbl="node4" presStyleIdx="19" presStyleCnt="30"/>
      <dgm:spPr/>
    </dgm:pt>
    <dgm:pt modelId="{74A09688-A0E6-4A71-B415-344EBBDA25A3}" type="pres">
      <dgm:prSet presAssocID="{0F66EAD9-18B9-4ABD-97E9-5E0241B38307}" presName="hierChild4" presStyleCnt="0"/>
      <dgm:spPr/>
    </dgm:pt>
    <dgm:pt modelId="{796766D2-F4FF-4F78-9429-56473AEFD132}" type="pres">
      <dgm:prSet presAssocID="{0F66EAD9-18B9-4ABD-97E9-5E0241B38307}" presName="hierChild5" presStyleCnt="0"/>
      <dgm:spPr/>
    </dgm:pt>
    <dgm:pt modelId="{BACB6357-A27F-4404-BC18-565B4EDE4799}" type="pres">
      <dgm:prSet presAssocID="{04379402-E64F-4FF2-9C61-C8BCF5941B9A}" presName="hierChild5" presStyleCnt="0"/>
      <dgm:spPr/>
    </dgm:pt>
    <dgm:pt modelId="{5EC4E750-B033-4DBD-AFAD-53DEB7878335}" type="pres">
      <dgm:prSet presAssocID="{4307F1B5-0242-4F8C-88E4-517E2F08AC1B}" presName="Name37" presStyleLbl="parChTrans1D4" presStyleIdx="20" presStyleCnt="30"/>
      <dgm:spPr/>
    </dgm:pt>
    <dgm:pt modelId="{E3DCAC00-BC45-47E7-BE77-67CC7C10A86F}" type="pres">
      <dgm:prSet presAssocID="{4471D9EF-F555-4C3C-B3AB-DBA188791EF6}" presName="hierRoot2" presStyleCnt="0">
        <dgm:presLayoutVars>
          <dgm:hierBranch val="init"/>
        </dgm:presLayoutVars>
      </dgm:prSet>
      <dgm:spPr/>
    </dgm:pt>
    <dgm:pt modelId="{4F46E791-A0BE-4C2F-9C45-F546259C672B}" type="pres">
      <dgm:prSet presAssocID="{4471D9EF-F555-4C3C-B3AB-DBA188791EF6}" presName="rootComposite" presStyleCnt="0"/>
      <dgm:spPr/>
    </dgm:pt>
    <dgm:pt modelId="{B6AA67CD-690C-4160-A0CD-CA01DF08CD1A}" type="pres">
      <dgm:prSet presAssocID="{4471D9EF-F555-4C3C-B3AB-DBA188791EF6}" presName="rootText" presStyleLbl="node4" presStyleIdx="20" presStyleCnt="30">
        <dgm:presLayoutVars>
          <dgm:chPref val="3"/>
        </dgm:presLayoutVars>
      </dgm:prSet>
      <dgm:spPr/>
    </dgm:pt>
    <dgm:pt modelId="{D26F7693-9BC1-40AB-90BA-42A98FACDE64}" type="pres">
      <dgm:prSet presAssocID="{4471D9EF-F555-4C3C-B3AB-DBA188791EF6}" presName="rootConnector" presStyleLbl="node4" presStyleIdx="20" presStyleCnt="30"/>
      <dgm:spPr/>
    </dgm:pt>
    <dgm:pt modelId="{4481FE76-3EF8-420A-8A1A-897540E96809}" type="pres">
      <dgm:prSet presAssocID="{4471D9EF-F555-4C3C-B3AB-DBA188791EF6}" presName="hierChild4" presStyleCnt="0"/>
      <dgm:spPr/>
    </dgm:pt>
    <dgm:pt modelId="{97492AD3-B018-4154-9987-B486A6F2FD7D}" type="pres">
      <dgm:prSet presAssocID="{D3611851-3184-4CF8-B037-B5F6DCF336FA}" presName="Name37" presStyleLbl="parChTrans1D4" presStyleIdx="21" presStyleCnt="30"/>
      <dgm:spPr/>
    </dgm:pt>
    <dgm:pt modelId="{ABDFA1D8-807C-48F4-A964-13DDA31B9696}" type="pres">
      <dgm:prSet presAssocID="{9A201FA1-2282-4105-8FEF-BF086DD175CC}" presName="hierRoot2" presStyleCnt="0">
        <dgm:presLayoutVars>
          <dgm:hierBranch val="init"/>
        </dgm:presLayoutVars>
      </dgm:prSet>
      <dgm:spPr/>
    </dgm:pt>
    <dgm:pt modelId="{7D028C2A-3D8C-41C9-AACC-3EB9965ABC5B}" type="pres">
      <dgm:prSet presAssocID="{9A201FA1-2282-4105-8FEF-BF086DD175CC}" presName="rootComposite" presStyleCnt="0"/>
      <dgm:spPr/>
    </dgm:pt>
    <dgm:pt modelId="{773D6458-B2E3-48FD-A3F4-1453CD28EE3F}" type="pres">
      <dgm:prSet presAssocID="{9A201FA1-2282-4105-8FEF-BF086DD175CC}" presName="rootText" presStyleLbl="node4" presStyleIdx="21" presStyleCnt="30">
        <dgm:presLayoutVars>
          <dgm:chPref val="3"/>
        </dgm:presLayoutVars>
      </dgm:prSet>
      <dgm:spPr/>
    </dgm:pt>
    <dgm:pt modelId="{66C3CD91-1F8A-44C6-B191-DB5BD215EDEA}" type="pres">
      <dgm:prSet presAssocID="{9A201FA1-2282-4105-8FEF-BF086DD175CC}" presName="rootConnector" presStyleLbl="node4" presStyleIdx="21" presStyleCnt="30"/>
      <dgm:spPr/>
    </dgm:pt>
    <dgm:pt modelId="{59F38F7F-33BE-45D6-A197-6A0C109CDD83}" type="pres">
      <dgm:prSet presAssocID="{9A201FA1-2282-4105-8FEF-BF086DD175CC}" presName="hierChild4" presStyleCnt="0"/>
      <dgm:spPr/>
    </dgm:pt>
    <dgm:pt modelId="{586C1AE4-A048-4240-8D58-7469C63AB2C1}" type="pres">
      <dgm:prSet presAssocID="{9A201FA1-2282-4105-8FEF-BF086DD175CC}" presName="hierChild5" presStyleCnt="0"/>
      <dgm:spPr/>
    </dgm:pt>
    <dgm:pt modelId="{FAF0578B-E1F4-4758-8EBA-06B2377BFB3E}" type="pres">
      <dgm:prSet presAssocID="{638E9F55-1749-4E98-A684-EC6FBA1A6599}" presName="Name37" presStyleLbl="parChTrans1D4" presStyleIdx="22" presStyleCnt="30"/>
      <dgm:spPr/>
    </dgm:pt>
    <dgm:pt modelId="{6568E25D-9CBB-4701-9DA4-946604691FB0}" type="pres">
      <dgm:prSet presAssocID="{A45EF27C-15B1-4180-827A-DD5F0B554169}" presName="hierRoot2" presStyleCnt="0">
        <dgm:presLayoutVars>
          <dgm:hierBranch val="init"/>
        </dgm:presLayoutVars>
      </dgm:prSet>
      <dgm:spPr/>
    </dgm:pt>
    <dgm:pt modelId="{F44C40F9-CF85-465C-A8FF-0D106C6A8CB8}" type="pres">
      <dgm:prSet presAssocID="{A45EF27C-15B1-4180-827A-DD5F0B554169}" presName="rootComposite" presStyleCnt="0"/>
      <dgm:spPr/>
    </dgm:pt>
    <dgm:pt modelId="{CCC17D2A-6688-4395-B5C1-5696145DFDC6}" type="pres">
      <dgm:prSet presAssocID="{A45EF27C-15B1-4180-827A-DD5F0B554169}" presName="rootText" presStyleLbl="node4" presStyleIdx="22" presStyleCnt="30" custScaleY="294237">
        <dgm:presLayoutVars>
          <dgm:chPref val="3"/>
        </dgm:presLayoutVars>
      </dgm:prSet>
      <dgm:spPr/>
    </dgm:pt>
    <dgm:pt modelId="{0FA1A0FE-B021-4B0D-920D-F8A9F93CE36A}" type="pres">
      <dgm:prSet presAssocID="{A45EF27C-15B1-4180-827A-DD5F0B554169}" presName="rootConnector" presStyleLbl="node4" presStyleIdx="22" presStyleCnt="30"/>
      <dgm:spPr/>
    </dgm:pt>
    <dgm:pt modelId="{2EB79FC3-768E-49DA-A8EE-595368F2A6E9}" type="pres">
      <dgm:prSet presAssocID="{A45EF27C-15B1-4180-827A-DD5F0B554169}" presName="hierChild4" presStyleCnt="0"/>
      <dgm:spPr/>
    </dgm:pt>
    <dgm:pt modelId="{77D03059-0DA4-4E6E-9DEF-FF81A9BA8996}" type="pres">
      <dgm:prSet presAssocID="{A45EF27C-15B1-4180-827A-DD5F0B554169}" presName="hierChild5" presStyleCnt="0"/>
      <dgm:spPr/>
    </dgm:pt>
    <dgm:pt modelId="{0D317A7D-756C-4D09-91E9-520B100F11C2}" type="pres">
      <dgm:prSet presAssocID="{4471D9EF-F555-4C3C-B3AB-DBA188791EF6}" presName="hierChild5" presStyleCnt="0"/>
      <dgm:spPr/>
    </dgm:pt>
    <dgm:pt modelId="{FF548CAB-23A2-4007-8CF9-D0416A63747C}" type="pres">
      <dgm:prSet presAssocID="{228D9C09-845F-4F79-91A4-4632E99251AA}" presName="Name37" presStyleLbl="parChTrans1D4" presStyleIdx="23" presStyleCnt="30"/>
      <dgm:spPr/>
    </dgm:pt>
    <dgm:pt modelId="{75ADFFC6-B6F4-46C7-A8BC-7BD17EC5EC0C}" type="pres">
      <dgm:prSet presAssocID="{B883A44C-142D-4DC3-B7D4-F1D6FB878DD5}" presName="hierRoot2" presStyleCnt="0">
        <dgm:presLayoutVars>
          <dgm:hierBranch val="init"/>
        </dgm:presLayoutVars>
      </dgm:prSet>
      <dgm:spPr/>
    </dgm:pt>
    <dgm:pt modelId="{F944C368-E432-4D9F-81A3-BF9659FCAA26}" type="pres">
      <dgm:prSet presAssocID="{B883A44C-142D-4DC3-B7D4-F1D6FB878DD5}" presName="rootComposite" presStyleCnt="0"/>
      <dgm:spPr/>
    </dgm:pt>
    <dgm:pt modelId="{F3D6D0C9-C795-4C26-B9F4-CF69CAC293CC}" type="pres">
      <dgm:prSet presAssocID="{B883A44C-142D-4DC3-B7D4-F1D6FB878DD5}" presName="rootText" presStyleLbl="node4" presStyleIdx="23" presStyleCnt="30">
        <dgm:presLayoutVars>
          <dgm:chPref val="3"/>
        </dgm:presLayoutVars>
      </dgm:prSet>
      <dgm:spPr/>
    </dgm:pt>
    <dgm:pt modelId="{38668544-8E4B-41B5-9DCE-8FF5B54686E0}" type="pres">
      <dgm:prSet presAssocID="{B883A44C-142D-4DC3-B7D4-F1D6FB878DD5}" presName="rootConnector" presStyleLbl="node4" presStyleIdx="23" presStyleCnt="30"/>
      <dgm:spPr/>
    </dgm:pt>
    <dgm:pt modelId="{4CC367AC-90B8-47F2-B1BD-2DBF33267EC0}" type="pres">
      <dgm:prSet presAssocID="{B883A44C-142D-4DC3-B7D4-F1D6FB878DD5}" presName="hierChild4" presStyleCnt="0"/>
      <dgm:spPr/>
    </dgm:pt>
    <dgm:pt modelId="{35A08F79-B4E3-4ADE-BE16-2ED98823813D}" type="pres">
      <dgm:prSet presAssocID="{9B5BC924-BFB5-43F3-856E-1EC7198E745A}" presName="Name37" presStyleLbl="parChTrans1D4" presStyleIdx="24" presStyleCnt="30"/>
      <dgm:spPr/>
    </dgm:pt>
    <dgm:pt modelId="{7CC28B57-AB63-4D42-8EE4-59C75BACF946}" type="pres">
      <dgm:prSet presAssocID="{E205D2CC-EB9A-4684-AE9A-E55D62031513}" presName="hierRoot2" presStyleCnt="0">
        <dgm:presLayoutVars>
          <dgm:hierBranch val="init"/>
        </dgm:presLayoutVars>
      </dgm:prSet>
      <dgm:spPr/>
    </dgm:pt>
    <dgm:pt modelId="{5E51F887-24B7-40A3-8A5F-5256067FB59A}" type="pres">
      <dgm:prSet presAssocID="{E205D2CC-EB9A-4684-AE9A-E55D62031513}" presName="rootComposite" presStyleCnt="0"/>
      <dgm:spPr/>
    </dgm:pt>
    <dgm:pt modelId="{8B7332A2-0426-4902-A12F-83A5C4858759}" type="pres">
      <dgm:prSet presAssocID="{E205D2CC-EB9A-4684-AE9A-E55D62031513}" presName="rootText" presStyleLbl="node4" presStyleIdx="24" presStyleCnt="30">
        <dgm:presLayoutVars>
          <dgm:chPref val="3"/>
        </dgm:presLayoutVars>
      </dgm:prSet>
      <dgm:spPr/>
    </dgm:pt>
    <dgm:pt modelId="{550468E3-4D16-42B7-9773-1283BEF2967B}" type="pres">
      <dgm:prSet presAssocID="{E205D2CC-EB9A-4684-AE9A-E55D62031513}" presName="rootConnector" presStyleLbl="node4" presStyleIdx="24" presStyleCnt="30"/>
      <dgm:spPr/>
    </dgm:pt>
    <dgm:pt modelId="{774D6F7A-42A8-429B-82F6-B134F2202435}" type="pres">
      <dgm:prSet presAssocID="{E205D2CC-EB9A-4684-AE9A-E55D62031513}" presName="hierChild4" presStyleCnt="0"/>
      <dgm:spPr/>
    </dgm:pt>
    <dgm:pt modelId="{E4D117D3-F464-4548-9A42-A5F8A3B64B06}" type="pres">
      <dgm:prSet presAssocID="{E205D2CC-EB9A-4684-AE9A-E55D62031513}" presName="hierChild5" presStyleCnt="0"/>
      <dgm:spPr/>
    </dgm:pt>
    <dgm:pt modelId="{EBFD9E77-859F-4AAC-8F9F-1FD16A233A86}" type="pres">
      <dgm:prSet presAssocID="{364D73C3-B44D-4D90-802D-52F59D837548}" presName="Name37" presStyleLbl="parChTrans1D4" presStyleIdx="25" presStyleCnt="30"/>
      <dgm:spPr/>
    </dgm:pt>
    <dgm:pt modelId="{FFF9239C-D975-44A5-8E00-E4DBF88497AD}" type="pres">
      <dgm:prSet presAssocID="{52B072BC-171D-4962-B573-164014515D4D}" presName="hierRoot2" presStyleCnt="0">
        <dgm:presLayoutVars>
          <dgm:hierBranch val="init"/>
        </dgm:presLayoutVars>
      </dgm:prSet>
      <dgm:spPr/>
    </dgm:pt>
    <dgm:pt modelId="{EE746872-5AC8-46AD-AC18-0634A5649BB1}" type="pres">
      <dgm:prSet presAssocID="{52B072BC-171D-4962-B573-164014515D4D}" presName="rootComposite" presStyleCnt="0"/>
      <dgm:spPr/>
    </dgm:pt>
    <dgm:pt modelId="{F3A463A2-13A1-4A72-A658-60980F02D41F}" type="pres">
      <dgm:prSet presAssocID="{52B072BC-171D-4962-B573-164014515D4D}" presName="rootText" presStyleLbl="node4" presStyleIdx="25" presStyleCnt="30">
        <dgm:presLayoutVars>
          <dgm:chPref val="3"/>
        </dgm:presLayoutVars>
      </dgm:prSet>
      <dgm:spPr/>
    </dgm:pt>
    <dgm:pt modelId="{338EF644-C98A-46EC-AE0A-CD28BA145162}" type="pres">
      <dgm:prSet presAssocID="{52B072BC-171D-4962-B573-164014515D4D}" presName="rootConnector" presStyleLbl="node4" presStyleIdx="25" presStyleCnt="30"/>
      <dgm:spPr/>
    </dgm:pt>
    <dgm:pt modelId="{1759930C-E42D-4CB1-9E27-F846D0339678}" type="pres">
      <dgm:prSet presAssocID="{52B072BC-171D-4962-B573-164014515D4D}" presName="hierChild4" presStyleCnt="0"/>
      <dgm:spPr/>
    </dgm:pt>
    <dgm:pt modelId="{3A8F4BCF-F610-413F-9E32-FE27C797C23F}" type="pres">
      <dgm:prSet presAssocID="{52B072BC-171D-4962-B573-164014515D4D}" presName="hierChild5" presStyleCnt="0"/>
      <dgm:spPr/>
    </dgm:pt>
    <dgm:pt modelId="{CC6E65E6-BBC7-416E-8CC5-AAB7AABEF5C7}" type="pres">
      <dgm:prSet presAssocID="{B883A44C-142D-4DC3-B7D4-F1D6FB878DD5}" presName="hierChild5" presStyleCnt="0"/>
      <dgm:spPr/>
    </dgm:pt>
    <dgm:pt modelId="{6E2B9C65-9EF5-4E2B-A5A2-53B1588E5FDF}" type="pres">
      <dgm:prSet presAssocID="{A4050375-6CED-44E6-9D5B-1C03F221485E}" presName="hierChild5" presStyleCnt="0"/>
      <dgm:spPr/>
    </dgm:pt>
    <dgm:pt modelId="{02FDF1E5-FD51-42C1-A4BD-B8EA1135130F}" type="pres">
      <dgm:prSet presAssocID="{D084B8D6-7B03-4F7D-A1DA-5293BEA0F0E4}" presName="Name37" presStyleLbl="parChTrans1D3" presStyleIdx="6" presStyleCnt="7"/>
      <dgm:spPr/>
    </dgm:pt>
    <dgm:pt modelId="{A913EAA9-0603-4045-91A8-F5D38257B8D0}" type="pres">
      <dgm:prSet presAssocID="{D48E0F71-995C-4316-B0E4-6D6F18E16191}" presName="hierRoot2" presStyleCnt="0">
        <dgm:presLayoutVars>
          <dgm:hierBranch val="init"/>
        </dgm:presLayoutVars>
      </dgm:prSet>
      <dgm:spPr/>
    </dgm:pt>
    <dgm:pt modelId="{AB49CEAE-5FAC-4CC1-98DF-20152F578944}" type="pres">
      <dgm:prSet presAssocID="{D48E0F71-995C-4316-B0E4-6D6F18E16191}" presName="rootComposite" presStyleCnt="0"/>
      <dgm:spPr/>
    </dgm:pt>
    <dgm:pt modelId="{AFB22754-0875-4F3F-BF88-BBD83305365F}" type="pres">
      <dgm:prSet presAssocID="{D48E0F71-995C-4316-B0E4-6D6F18E16191}" presName="rootText" presStyleLbl="node3" presStyleIdx="6" presStyleCnt="7">
        <dgm:presLayoutVars>
          <dgm:chPref val="3"/>
        </dgm:presLayoutVars>
      </dgm:prSet>
      <dgm:spPr/>
    </dgm:pt>
    <dgm:pt modelId="{D56E5BFA-D44C-4DE7-885C-9756AA78DE6B}" type="pres">
      <dgm:prSet presAssocID="{D48E0F71-995C-4316-B0E4-6D6F18E16191}" presName="rootConnector" presStyleLbl="node3" presStyleIdx="6" presStyleCnt="7"/>
      <dgm:spPr/>
    </dgm:pt>
    <dgm:pt modelId="{4AA76764-1D6F-4B2B-857C-D162E3603C35}" type="pres">
      <dgm:prSet presAssocID="{D48E0F71-995C-4316-B0E4-6D6F18E16191}" presName="hierChild4" presStyleCnt="0"/>
      <dgm:spPr/>
    </dgm:pt>
    <dgm:pt modelId="{C7F4E8D6-43DB-494A-B0F1-9421194B392C}" type="pres">
      <dgm:prSet presAssocID="{5FD27A23-1C67-4420-A6AD-BD05E4AA1B63}" presName="Name37" presStyleLbl="parChTrans1D4" presStyleIdx="26" presStyleCnt="30"/>
      <dgm:spPr/>
    </dgm:pt>
    <dgm:pt modelId="{D3524A4E-EE90-470A-BA94-C0397DF4E2FF}" type="pres">
      <dgm:prSet presAssocID="{9266A1B3-EBAB-4B97-BD6B-6DDDA4C6750B}" presName="hierRoot2" presStyleCnt="0">
        <dgm:presLayoutVars>
          <dgm:hierBranch val="init"/>
        </dgm:presLayoutVars>
      </dgm:prSet>
      <dgm:spPr/>
    </dgm:pt>
    <dgm:pt modelId="{7526C2ED-8894-4816-A8FC-2B81E0B8CC01}" type="pres">
      <dgm:prSet presAssocID="{9266A1B3-EBAB-4B97-BD6B-6DDDA4C6750B}" presName="rootComposite" presStyleCnt="0"/>
      <dgm:spPr/>
    </dgm:pt>
    <dgm:pt modelId="{E3B2E801-768C-4A6F-9ACA-255158F52D70}" type="pres">
      <dgm:prSet presAssocID="{9266A1B3-EBAB-4B97-BD6B-6DDDA4C6750B}" presName="rootText" presStyleLbl="node4" presStyleIdx="26" presStyleCnt="30">
        <dgm:presLayoutVars>
          <dgm:chPref val="3"/>
        </dgm:presLayoutVars>
      </dgm:prSet>
      <dgm:spPr/>
    </dgm:pt>
    <dgm:pt modelId="{F9443F68-9042-496C-A4FC-32C0EE3A18E8}" type="pres">
      <dgm:prSet presAssocID="{9266A1B3-EBAB-4B97-BD6B-6DDDA4C6750B}" presName="rootConnector" presStyleLbl="node4" presStyleIdx="26" presStyleCnt="30"/>
      <dgm:spPr/>
    </dgm:pt>
    <dgm:pt modelId="{34199F1E-B853-4AAD-8D54-E2AD3FBE242C}" type="pres">
      <dgm:prSet presAssocID="{9266A1B3-EBAB-4B97-BD6B-6DDDA4C6750B}" presName="hierChild4" presStyleCnt="0"/>
      <dgm:spPr/>
    </dgm:pt>
    <dgm:pt modelId="{A1160827-7FE2-4C5E-8EB4-DD88B7D1B1E6}" type="pres">
      <dgm:prSet presAssocID="{9266A1B3-EBAB-4B97-BD6B-6DDDA4C6750B}" presName="hierChild5" presStyleCnt="0"/>
      <dgm:spPr/>
    </dgm:pt>
    <dgm:pt modelId="{D982D20F-24E0-41AC-BBB3-E17169A7B4DE}" type="pres">
      <dgm:prSet presAssocID="{5A9B2173-B59B-41C6-83B3-C0899F131E7B}" presName="Name37" presStyleLbl="parChTrans1D4" presStyleIdx="27" presStyleCnt="30"/>
      <dgm:spPr/>
    </dgm:pt>
    <dgm:pt modelId="{FE099089-E485-4B91-9BD7-19435E7E60ED}" type="pres">
      <dgm:prSet presAssocID="{5D8256F1-F72C-4BE2-B439-0B74DB3121ED}" presName="hierRoot2" presStyleCnt="0">
        <dgm:presLayoutVars>
          <dgm:hierBranch val="init"/>
        </dgm:presLayoutVars>
      </dgm:prSet>
      <dgm:spPr/>
    </dgm:pt>
    <dgm:pt modelId="{87816BBE-2E37-4686-A62D-09BCD484A3EF}" type="pres">
      <dgm:prSet presAssocID="{5D8256F1-F72C-4BE2-B439-0B74DB3121ED}" presName="rootComposite" presStyleCnt="0"/>
      <dgm:spPr/>
    </dgm:pt>
    <dgm:pt modelId="{FAEC4AC0-E791-4077-A239-B85B722E852C}" type="pres">
      <dgm:prSet presAssocID="{5D8256F1-F72C-4BE2-B439-0B74DB3121ED}" presName="rootText" presStyleLbl="node4" presStyleIdx="27" presStyleCnt="30">
        <dgm:presLayoutVars>
          <dgm:chPref val="3"/>
        </dgm:presLayoutVars>
      </dgm:prSet>
      <dgm:spPr/>
    </dgm:pt>
    <dgm:pt modelId="{5CF8EEE8-7351-484F-A8DB-11FB45CD11F2}" type="pres">
      <dgm:prSet presAssocID="{5D8256F1-F72C-4BE2-B439-0B74DB3121ED}" presName="rootConnector" presStyleLbl="node4" presStyleIdx="27" presStyleCnt="30"/>
      <dgm:spPr/>
    </dgm:pt>
    <dgm:pt modelId="{F095096A-AAED-4BFD-A7C9-CA8EE4C8811D}" type="pres">
      <dgm:prSet presAssocID="{5D8256F1-F72C-4BE2-B439-0B74DB3121ED}" presName="hierChild4" presStyleCnt="0"/>
      <dgm:spPr/>
    </dgm:pt>
    <dgm:pt modelId="{C1762810-D612-4102-8272-B02AEE32834B}" type="pres">
      <dgm:prSet presAssocID="{5D8256F1-F72C-4BE2-B439-0B74DB3121ED}" presName="hierChild5" presStyleCnt="0"/>
      <dgm:spPr/>
    </dgm:pt>
    <dgm:pt modelId="{7053912F-1AE9-4772-A487-113B5C6C2F6F}" type="pres">
      <dgm:prSet presAssocID="{E5704389-2655-4235-8AE1-D33859608C89}" presName="Name37" presStyleLbl="parChTrans1D4" presStyleIdx="28" presStyleCnt="30"/>
      <dgm:spPr/>
    </dgm:pt>
    <dgm:pt modelId="{6CDECAD7-8212-46A2-8CB8-3BDEFEBE2C3D}" type="pres">
      <dgm:prSet presAssocID="{320F0FB5-664B-420C-8833-1D703E88CC49}" presName="hierRoot2" presStyleCnt="0">
        <dgm:presLayoutVars>
          <dgm:hierBranch val="init"/>
        </dgm:presLayoutVars>
      </dgm:prSet>
      <dgm:spPr/>
    </dgm:pt>
    <dgm:pt modelId="{10611DC1-253C-415E-9494-2284A83297E4}" type="pres">
      <dgm:prSet presAssocID="{320F0FB5-664B-420C-8833-1D703E88CC49}" presName="rootComposite" presStyleCnt="0"/>
      <dgm:spPr/>
    </dgm:pt>
    <dgm:pt modelId="{FA1BB25C-A53B-4D1E-A020-5F163933E40D}" type="pres">
      <dgm:prSet presAssocID="{320F0FB5-664B-420C-8833-1D703E88CC49}" presName="rootText" presStyleLbl="node4" presStyleIdx="28" presStyleCnt="30">
        <dgm:presLayoutVars>
          <dgm:chPref val="3"/>
        </dgm:presLayoutVars>
      </dgm:prSet>
      <dgm:spPr/>
    </dgm:pt>
    <dgm:pt modelId="{B8C7FB9E-2A99-42DC-8133-58A8E4866F50}" type="pres">
      <dgm:prSet presAssocID="{320F0FB5-664B-420C-8833-1D703E88CC49}" presName="rootConnector" presStyleLbl="node4" presStyleIdx="28" presStyleCnt="30"/>
      <dgm:spPr/>
    </dgm:pt>
    <dgm:pt modelId="{FBAA39A6-B68E-4993-B08C-CA1BA0F1704A}" type="pres">
      <dgm:prSet presAssocID="{320F0FB5-664B-420C-8833-1D703E88CC49}" presName="hierChild4" presStyleCnt="0"/>
      <dgm:spPr/>
    </dgm:pt>
    <dgm:pt modelId="{A7653F2E-0761-4BB1-AD11-48EDB76F6B41}" type="pres">
      <dgm:prSet presAssocID="{320F0FB5-664B-420C-8833-1D703E88CC49}" presName="hierChild5" presStyleCnt="0"/>
      <dgm:spPr/>
    </dgm:pt>
    <dgm:pt modelId="{04AAE3EE-95E7-4FD2-B49D-CDC636039E80}" type="pres">
      <dgm:prSet presAssocID="{BBE75FD1-9B6A-401D-B372-72B53FF9EB89}" presName="Name37" presStyleLbl="parChTrans1D4" presStyleIdx="29" presStyleCnt="30"/>
      <dgm:spPr/>
    </dgm:pt>
    <dgm:pt modelId="{1F0D8D94-C205-4449-8273-9D089859ABB2}" type="pres">
      <dgm:prSet presAssocID="{941AD76C-8288-4800-9137-ACFDD94796C9}" presName="hierRoot2" presStyleCnt="0">
        <dgm:presLayoutVars>
          <dgm:hierBranch val="init"/>
        </dgm:presLayoutVars>
      </dgm:prSet>
      <dgm:spPr/>
    </dgm:pt>
    <dgm:pt modelId="{0208DD45-BA72-47AA-9AED-62C652E1E317}" type="pres">
      <dgm:prSet presAssocID="{941AD76C-8288-4800-9137-ACFDD94796C9}" presName="rootComposite" presStyleCnt="0"/>
      <dgm:spPr/>
    </dgm:pt>
    <dgm:pt modelId="{8DF99D86-A391-471B-99E6-B74BEF18F42C}" type="pres">
      <dgm:prSet presAssocID="{941AD76C-8288-4800-9137-ACFDD94796C9}" presName="rootText" presStyleLbl="node4" presStyleIdx="29" presStyleCnt="30">
        <dgm:presLayoutVars>
          <dgm:chPref val="3"/>
        </dgm:presLayoutVars>
      </dgm:prSet>
      <dgm:spPr/>
    </dgm:pt>
    <dgm:pt modelId="{FEA721A1-B71F-4809-B7B3-72804B9E6A09}" type="pres">
      <dgm:prSet presAssocID="{941AD76C-8288-4800-9137-ACFDD94796C9}" presName="rootConnector" presStyleLbl="node4" presStyleIdx="29" presStyleCnt="30"/>
      <dgm:spPr/>
    </dgm:pt>
    <dgm:pt modelId="{7BEB7111-A9FA-4842-B7BA-27C052E0BA7E}" type="pres">
      <dgm:prSet presAssocID="{941AD76C-8288-4800-9137-ACFDD94796C9}" presName="hierChild4" presStyleCnt="0"/>
      <dgm:spPr/>
    </dgm:pt>
    <dgm:pt modelId="{A45E57BB-E80C-4180-8F10-8C3A495564CF}" type="pres">
      <dgm:prSet presAssocID="{941AD76C-8288-4800-9137-ACFDD94796C9}" presName="hierChild5" presStyleCnt="0"/>
      <dgm:spPr/>
    </dgm:pt>
    <dgm:pt modelId="{AC1E2BCF-B42F-4E5F-A740-872B9222C494}" type="pres">
      <dgm:prSet presAssocID="{D48E0F71-995C-4316-B0E4-6D6F18E16191}" presName="hierChild5" presStyleCnt="0"/>
      <dgm:spPr/>
    </dgm:pt>
    <dgm:pt modelId="{EAF28586-29F4-4268-AC44-44212F3BAFDE}" type="pres">
      <dgm:prSet presAssocID="{24521183-9CE5-48B2-A87C-5B59C4F22B39}" presName="hierChild5" presStyleCnt="0"/>
      <dgm:spPr/>
    </dgm:pt>
    <dgm:pt modelId="{79C91DC6-137A-41C3-A9CC-E77D61A1B876}" type="pres">
      <dgm:prSet presAssocID="{1634A478-54ED-4AC4-AB67-369FA96DF4F5}" presName="hierChild3" presStyleCnt="0"/>
      <dgm:spPr/>
    </dgm:pt>
  </dgm:ptLst>
  <dgm:cxnLst>
    <dgm:cxn modelId="{16941E00-3883-43B5-BD2A-CF6724494E03}" type="presOf" srcId="{54B0BE3E-85DC-45C7-AF54-07A3E945CD34}" destId="{E112F4D0-6477-4B57-9552-CFAC129B6539}" srcOrd="0" destOrd="0" presId="urn:microsoft.com/office/officeart/2005/8/layout/orgChart1"/>
    <dgm:cxn modelId="{0B7C2C02-3132-4AAF-B45F-43C2F70A76D0}" type="presOf" srcId="{D48E0F71-995C-4316-B0E4-6D6F18E16191}" destId="{AFB22754-0875-4F3F-BF88-BBD83305365F}" srcOrd="0" destOrd="0" presId="urn:microsoft.com/office/officeart/2005/8/layout/orgChart1"/>
    <dgm:cxn modelId="{579A7B02-8D31-494F-8791-62E5355FED35}" srcId="{2BE0929D-41AE-49BE-A051-12BC3635B948}" destId="{B5E31013-7CBD-43FA-95A4-4057A16AA998}" srcOrd="1" destOrd="0" parTransId="{6D6648B6-FA00-4D81-AA7C-F1817D27CC93}" sibTransId="{58C52415-2DB9-4BFB-889E-692389191DF3}"/>
    <dgm:cxn modelId="{BB0E7203-C612-4EFF-AAF5-F08B0621FA31}" type="presOf" srcId="{77BBE02E-224D-4877-8648-8DC6A064ED1A}" destId="{14842F68-A27A-4E1B-B5C0-7828939F589B}" srcOrd="0" destOrd="0" presId="urn:microsoft.com/office/officeart/2005/8/layout/orgChart1"/>
    <dgm:cxn modelId="{D5137005-5AFC-4E91-8532-54F25B37EDCD}" srcId="{27A6D00C-A69E-4D7F-89EB-A8ED11283C96}" destId="{4577F589-3055-4769-8AAA-58CDF72F0E6A}" srcOrd="2" destOrd="0" parTransId="{2D5E76F2-C774-497E-AA6D-53D0D723792D}" sibTransId="{1441D809-45CB-4DAB-96C9-2806A22249CD}"/>
    <dgm:cxn modelId="{4B73AA07-7983-4EC2-B25F-73663DB51B5B}" type="presOf" srcId="{4107FE97-E5BA-481C-8F04-D738BA04259C}" destId="{5802E53E-5E51-4DB9-8307-8F6CF9766DD5}" srcOrd="1" destOrd="0" presId="urn:microsoft.com/office/officeart/2005/8/layout/orgChart1"/>
    <dgm:cxn modelId="{31D55608-F2C2-4C71-B1A5-13387B6E725E}" type="presOf" srcId="{488B5083-0349-4A79-A839-6BDEDB78B922}" destId="{70F81971-9E5C-4D55-AF6F-926342025272}" srcOrd="0" destOrd="0" presId="urn:microsoft.com/office/officeart/2005/8/layout/orgChart1"/>
    <dgm:cxn modelId="{B9B6950A-D873-4CB8-B815-C18009755A9F}" type="presOf" srcId="{785C6195-B994-4D38-AF19-43EA54B30CE6}" destId="{98F187D7-2562-4354-B414-CE44E726449B}" srcOrd="0" destOrd="0" presId="urn:microsoft.com/office/officeart/2005/8/layout/orgChart1"/>
    <dgm:cxn modelId="{F2D56F0B-EBB9-4F3F-9BE8-04E62EE4AD9B}" srcId="{2BE0929D-41AE-49BE-A051-12BC3635B948}" destId="{F5A483ED-727F-462E-8942-0144767E0999}" srcOrd="2" destOrd="0" parTransId="{2B540998-8B99-4B52-9807-648086427331}" sibTransId="{51E35065-3FAD-4D30-9B92-02928C6F5B76}"/>
    <dgm:cxn modelId="{7D76480C-BA41-41BF-A45F-5C9999E481AE}" type="presOf" srcId="{E9C1B6D5-BC6D-4377-8F40-EAAF23076ADD}" destId="{BA8BF6F1-0AEE-445F-9A5A-046A183A36D0}" srcOrd="0" destOrd="0" presId="urn:microsoft.com/office/officeart/2005/8/layout/orgChart1"/>
    <dgm:cxn modelId="{101DCB0C-C04E-47F7-8CBA-C872BA7502FF}" srcId="{785C6195-B994-4D38-AF19-43EA54B30CE6}" destId="{1634A478-54ED-4AC4-AB67-369FA96DF4F5}" srcOrd="0" destOrd="0" parTransId="{EF4F3D39-48B9-49BC-9ECF-45867447650C}" sibTransId="{C7665E5F-DDDF-434A-9052-EEE54480081F}"/>
    <dgm:cxn modelId="{BB9E910D-C895-4DB8-AF25-5FFEFD56F70C}" srcId="{D48E0F71-995C-4316-B0E4-6D6F18E16191}" destId="{9266A1B3-EBAB-4B97-BD6B-6DDDA4C6750B}" srcOrd="0" destOrd="0" parTransId="{5FD27A23-1C67-4420-A6AD-BD05E4AA1B63}" sibTransId="{394C85B5-C08F-4E49-A18D-B045EA46BC11}"/>
    <dgm:cxn modelId="{A484630E-C6B8-4F06-ADE0-F87B954F2D2C}" type="presOf" srcId="{061379DE-51B1-4C5C-B4B3-3C6E976FC2E1}" destId="{2E11B3E9-3BE6-440A-AE6C-5A2AD8D13C95}" srcOrd="1" destOrd="0" presId="urn:microsoft.com/office/officeart/2005/8/layout/orgChart1"/>
    <dgm:cxn modelId="{3988A50E-C1C2-4A1D-B525-27E1C13F68C1}" srcId="{67810128-0A23-4459-9EF5-14755448B364}" destId="{4173025E-2C07-4B3F-8E5A-536D1855CC39}" srcOrd="0" destOrd="0" parTransId="{A4B1E560-A3BB-4E38-8700-5B76C0F52B7B}" sibTransId="{79095E9E-712D-40E0-B556-6354023FD794}"/>
    <dgm:cxn modelId="{F4447F0F-955A-4AFE-A14B-5B737DC5A696}" type="presOf" srcId="{59DB62A5-093A-4173-932B-30CF49D72DC7}" destId="{6A075562-4C1D-43A8-AA6B-56553010A8B1}" srcOrd="0" destOrd="0" presId="urn:microsoft.com/office/officeart/2005/8/layout/orgChart1"/>
    <dgm:cxn modelId="{B6B06710-44D9-495C-A944-BBAED4278F44}" type="presOf" srcId="{71272CD6-2019-4738-90AF-F8537475DA2C}" destId="{79BC3418-7C03-4F63-8173-6F116DDAE4C2}" srcOrd="0" destOrd="0" presId="urn:microsoft.com/office/officeart/2005/8/layout/orgChart1"/>
    <dgm:cxn modelId="{52C2C011-2CD7-4D5B-88A0-DE7EE4C09914}" type="presOf" srcId="{F3739FA3-8CA3-4569-8A46-655829F15AD3}" destId="{EE201EF9-77A6-466A-B41B-E71052D0BB27}" srcOrd="0" destOrd="0" presId="urn:microsoft.com/office/officeart/2005/8/layout/orgChart1"/>
    <dgm:cxn modelId="{B76E1017-949C-4B5B-8B6A-768B46C29EA4}" type="presOf" srcId="{941AD76C-8288-4800-9137-ACFDD94796C9}" destId="{FEA721A1-B71F-4809-B7B3-72804B9E6A09}" srcOrd="1" destOrd="0" presId="urn:microsoft.com/office/officeart/2005/8/layout/orgChart1"/>
    <dgm:cxn modelId="{5A337417-66AC-450C-AC95-B3A73B565BE9}" type="presOf" srcId="{723CB0A2-316B-41D8-B51C-A8FE318CAD55}" destId="{5B560163-E806-4F36-8854-A40C22966929}" srcOrd="1" destOrd="0" presId="urn:microsoft.com/office/officeart/2005/8/layout/orgChart1"/>
    <dgm:cxn modelId="{23BAD118-CE0D-4CD4-916D-D92DB3F79D77}" type="presOf" srcId="{123ECDD6-4E7B-48F5-A37F-2B77E0846632}" destId="{3CA41202-AB11-4B61-ACCE-98AFE49D20E5}" srcOrd="0" destOrd="0" presId="urn:microsoft.com/office/officeart/2005/8/layout/orgChart1"/>
    <dgm:cxn modelId="{8902EF19-1B56-415C-A053-47D6D58ADEE0}" type="presOf" srcId="{DC874471-DAE2-45C0-B381-B15FFAB70169}" destId="{8A2AA940-7834-48AC-AAC5-D1BCA878DE7C}" srcOrd="1" destOrd="0" presId="urn:microsoft.com/office/officeart/2005/8/layout/orgChart1"/>
    <dgm:cxn modelId="{1087FB1C-885A-4DB5-BBD3-54F60B63B4A3}" type="presOf" srcId="{1634A478-54ED-4AC4-AB67-369FA96DF4F5}" destId="{0A4383D5-74DA-494C-94F0-950A367D33A1}" srcOrd="0" destOrd="0" presId="urn:microsoft.com/office/officeart/2005/8/layout/orgChart1"/>
    <dgm:cxn modelId="{0BB4F61D-37FD-4495-B0C5-F30B7756B5C4}" type="presOf" srcId="{723CB0A2-316B-41D8-B51C-A8FE318CAD55}" destId="{FA19EE92-6F59-476D-A028-BC6780C67E85}" srcOrd="0" destOrd="0" presId="urn:microsoft.com/office/officeart/2005/8/layout/orgChart1"/>
    <dgm:cxn modelId="{9CA3F01E-7227-4FE3-8D76-81DB9A9948E7}" srcId="{D48E0F71-995C-4316-B0E4-6D6F18E16191}" destId="{320F0FB5-664B-420C-8833-1D703E88CC49}" srcOrd="2" destOrd="0" parTransId="{E5704389-2655-4235-8AE1-D33859608C89}" sibTransId="{5485A070-1D84-4168-880A-3EBE7414882D}"/>
    <dgm:cxn modelId="{DA24B220-A78E-418D-9EDC-1A4D61925650}" srcId="{27A6D00C-A69E-4D7F-89EB-A8ED11283C96}" destId="{3FFCD68E-6929-40C9-9E74-C5210DB27330}" srcOrd="0" destOrd="0" parTransId="{ED83EEC2-667F-4C1B-AD0E-855E96DD3850}" sibTransId="{461FB7A7-4A43-4612-9A95-F23FCCF1ABD5}"/>
    <dgm:cxn modelId="{91FC9323-0F4F-48DD-A73C-67A6CEEDE6C0}" type="presOf" srcId="{32BE73E8-7125-4A26-8152-F0C225D751C2}" destId="{B098EB27-3673-46B5-B69C-664C032A468A}" srcOrd="0" destOrd="0" presId="urn:microsoft.com/office/officeart/2005/8/layout/orgChart1"/>
    <dgm:cxn modelId="{B4A24A24-C3B0-498A-BBD6-43D53CA2424F}" type="presOf" srcId="{99C39770-5992-412B-B243-E43F1F603EF0}" destId="{136CB636-91C5-477E-98C4-02C80A6BF1FE}" srcOrd="0" destOrd="0" presId="urn:microsoft.com/office/officeart/2005/8/layout/orgChart1"/>
    <dgm:cxn modelId="{D34DBC25-B92D-4DAD-8C9E-310904EC67BD}" type="presOf" srcId="{2BE0929D-41AE-49BE-A051-12BC3635B948}" destId="{B5D664A7-FE85-4981-B49D-15D1B7604537}" srcOrd="1" destOrd="0" presId="urn:microsoft.com/office/officeart/2005/8/layout/orgChart1"/>
    <dgm:cxn modelId="{29B23627-74B3-41C5-A692-046B1DB2F447}" type="presOf" srcId="{B883A44C-142D-4DC3-B7D4-F1D6FB878DD5}" destId="{38668544-8E4B-41B5-9DCE-8FF5B54686E0}" srcOrd="1" destOrd="0" presId="urn:microsoft.com/office/officeart/2005/8/layout/orgChart1"/>
    <dgm:cxn modelId="{9DD5C328-5A3C-4AA2-91B3-6D3C9AA5C5DB}" type="presOf" srcId="{4107FE97-E5BA-481C-8F04-D738BA04259C}" destId="{631922F3-CC43-4598-B411-CCF379AF0C9A}" srcOrd="0" destOrd="0" presId="urn:microsoft.com/office/officeart/2005/8/layout/orgChart1"/>
    <dgm:cxn modelId="{6B23822B-9EAE-472D-BCF4-2800FA9238DB}" srcId="{A4050375-6CED-44E6-9D5B-1C03F221485E}" destId="{B883A44C-142D-4DC3-B7D4-F1D6FB878DD5}" srcOrd="2" destOrd="0" parTransId="{228D9C09-845F-4F79-91A4-4632E99251AA}" sibTransId="{F8428109-7A72-440C-A57D-DEEE9E8A6C0B}"/>
    <dgm:cxn modelId="{0AF7D92D-A74A-46FD-BB6A-F78848DB70A6}" type="presOf" srcId="{6DD11927-19CC-4F1E-9CF3-9DD10A1CCD54}" destId="{1AB636E0-F696-41D8-A937-DA3FC49AADCA}" srcOrd="0" destOrd="0" presId="urn:microsoft.com/office/officeart/2005/8/layout/orgChart1"/>
    <dgm:cxn modelId="{E35BB731-82FE-45A1-AC3C-6F7184102AC3}" srcId="{4577F589-3055-4769-8AAA-58CDF72F0E6A}" destId="{77BBE02E-224D-4877-8648-8DC6A064ED1A}" srcOrd="3" destOrd="0" parTransId="{C7134EAE-9242-4124-BECC-4FA3388E5F8F}" sibTransId="{923A3265-0509-4533-9411-6C41C1FFB42F}"/>
    <dgm:cxn modelId="{F63F0332-994A-49E4-B96A-4E03C8D5AE0B}" type="presOf" srcId="{320F0FB5-664B-420C-8833-1D703E88CC49}" destId="{FA1BB25C-A53B-4D1E-A020-5F163933E40D}" srcOrd="0" destOrd="0" presId="urn:microsoft.com/office/officeart/2005/8/layout/orgChart1"/>
    <dgm:cxn modelId="{3B298132-934A-4D47-8737-8BAF4F14BA1B}" srcId="{59DB62A5-093A-4173-932B-30CF49D72DC7}" destId="{4B35164C-37AA-4B87-8CD7-21A91C9D598A}" srcOrd="0" destOrd="0" parTransId="{7FAFD074-B424-45C7-8760-A44E41E5BC6E}" sibTransId="{86AF749A-3632-45D3-908E-BF34B64D623D}"/>
    <dgm:cxn modelId="{444E0233-F799-43CA-96A8-0F98C8DA774E}" type="presOf" srcId="{4B35164C-37AA-4B87-8CD7-21A91C9D598A}" destId="{11B7F4BB-D387-4ABF-B72A-8F5C3C86F481}" srcOrd="1" destOrd="0" presId="urn:microsoft.com/office/officeart/2005/8/layout/orgChart1"/>
    <dgm:cxn modelId="{2EB0BC33-FBEA-4478-BD0F-ADB1D8860F18}" type="presOf" srcId="{C18D4415-7585-4BDB-93FE-9F9ECE943B5E}" destId="{E619AC44-91BB-4CFD-9CF4-27373BF4355F}" srcOrd="0" destOrd="0" presId="urn:microsoft.com/office/officeart/2005/8/layout/orgChart1"/>
    <dgm:cxn modelId="{6E0D0B37-1E3C-4437-8C12-448BFA3A8F33}" type="presOf" srcId="{04379402-E64F-4FF2-9C61-C8BCF5941B9A}" destId="{7CB85E09-9392-4783-B516-16BA35948EF5}" srcOrd="1" destOrd="0" presId="urn:microsoft.com/office/officeart/2005/8/layout/orgChart1"/>
    <dgm:cxn modelId="{644FCF3B-9D41-4C1E-80B9-02EA1E089055}" type="presOf" srcId="{D45675FF-D138-43A3-8AA0-677B437557AC}" destId="{0B9156B2-9055-4226-B918-0F1D8A339CD8}" srcOrd="1" destOrd="0" presId="urn:microsoft.com/office/officeart/2005/8/layout/orgChart1"/>
    <dgm:cxn modelId="{399A843C-0602-4612-A83E-E0C2786C6C98}" type="presOf" srcId="{27A6D00C-A69E-4D7F-89EB-A8ED11283C96}" destId="{9C6CFDF1-4311-46E6-BA5B-993A76B9F51C}" srcOrd="0" destOrd="0" presId="urn:microsoft.com/office/officeart/2005/8/layout/orgChart1"/>
    <dgm:cxn modelId="{9429B73D-3378-4C5A-AD2B-F9E5D6E3C1F3}" type="presOf" srcId="{3FFCD68E-6929-40C9-9E74-C5210DB27330}" destId="{86AF9AE9-C588-4F89-9C2E-6B012D1CF0F3}" srcOrd="0" destOrd="0" presId="urn:microsoft.com/office/officeart/2005/8/layout/orgChart1"/>
    <dgm:cxn modelId="{1969E83D-4670-44E5-A7C4-B714A543DC3B}" srcId="{04379402-E64F-4FF2-9C61-C8BCF5941B9A}" destId="{723CB0A2-316B-41D8-B51C-A8FE318CAD55}" srcOrd="0" destOrd="0" parTransId="{E9C1B6D5-BC6D-4377-8F40-EAAF23076ADD}" sibTransId="{94711FBE-BDDF-4FD3-886E-0D94315DDDF2}"/>
    <dgm:cxn modelId="{0F58EB3F-7D52-4607-B90C-6EB5C59257C0}" type="presOf" srcId="{E5704389-2655-4235-8AE1-D33859608C89}" destId="{7053912F-1AE9-4772-A487-113B5C6C2F6F}" srcOrd="0" destOrd="0" presId="urn:microsoft.com/office/officeart/2005/8/layout/orgChart1"/>
    <dgm:cxn modelId="{C943DA5C-1E2D-4933-8A33-A559F36CB93F}" type="presOf" srcId="{B5E31013-7CBD-43FA-95A4-4057A16AA998}" destId="{C80BBE50-7AFB-423D-A5EF-86900231185C}" srcOrd="1" destOrd="0" presId="urn:microsoft.com/office/officeart/2005/8/layout/orgChart1"/>
    <dgm:cxn modelId="{E9DF4E5D-C805-4ECD-8C70-16D8A1D47089}" srcId="{4471D9EF-F555-4C3C-B3AB-DBA188791EF6}" destId="{9A201FA1-2282-4105-8FEF-BF086DD175CC}" srcOrd="0" destOrd="0" parTransId="{D3611851-3184-4CF8-B037-B5F6DCF336FA}" sibTransId="{865E157E-AFD1-4131-AB5A-259948D9D8C6}"/>
    <dgm:cxn modelId="{3103705D-8858-4AFB-A648-A95F6266AED6}" srcId="{D48E0F71-995C-4316-B0E4-6D6F18E16191}" destId="{941AD76C-8288-4800-9137-ACFDD94796C9}" srcOrd="3" destOrd="0" parTransId="{BBE75FD1-9B6A-401D-B372-72B53FF9EB89}" sibTransId="{B707E083-6055-4360-85C9-292DAAA5DFAE}"/>
    <dgm:cxn modelId="{986EF95E-4F63-48A0-AF79-0C74DA66C4DD}" type="presOf" srcId="{CDD2C553-B1F1-4B73-8DDD-7A3AEF666CE7}" destId="{79B4C4A1-FC60-4CAC-9D64-EF4A31054771}" srcOrd="0" destOrd="0" presId="urn:microsoft.com/office/officeart/2005/8/layout/orgChart1"/>
    <dgm:cxn modelId="{EBC95660-77EE-4913-AE67-9D2A0590A7C4}" type="presOf" srcId="{B8571BD9-3639-4C59-BC87-B9979887D6FC}" destId="{8FB3B6FB-EA63-4FCF-B007-725F54CF9336}" srcOrd="1" destOrd="0" presId="urn:microsoft.com/office/officeart/2005/8/layout/orgChart1"/>
    <dgm:cxn modelId="{A36AB660-4E8E-4A96-BC8C-A1EBB62E8BBB}" type="presOf" srcId="{27A6D00C-A69E-4D7F-89EB-A8ED11283C96}" destId="{FF42CF33-8513-4109-87D0-F4B4A3F73932}" srcOrd="1" destOrd="0" presId="urn:microsoft.com/office/officeart/2005/8/layout/orgChart1"/>
    <dgm:cxn modelId="{43833943-6F5D-4D30-8757-20F38EF7082D}" type="presOf" srcId="{9E3EADCC-42BE-4C5C-AA6C-ADA08C5D825B}" destId="{59D5BECE-7189-43BA-AC92-636F9B3D39E2}" srcOrd="0" destOrd="0" presId="urn:microsoft.com/office/officeart/2005/8/layout/orgChart1"/>
    <dgm:cxn modelId="{57873D63-E5BA-413F-A30C-9B5931A427B0}" type="presOf" srcId="{04379402-E64F-4FF2-9C61-C8BCF5941B9A}" destId="{5717D034-2143-4261-8CA8-FEC0BC681BBD}" srcOrd="0" destOrd="0" presId="urn:microsoft.com/office/officeart/2005/8/layout/orgChart1"/>
    <dgm:cxn modelId="{31BA5846-6E96-4589-9198-751C2270FB47}" type="presOf" srcId="{35205BF6-F63D-4B4F-9989-2A3E224D1253}" destId="{D12533ED-6C09-4939-820A-4EC83A1F4D28}" srcOrd="0" destOrd="0" presId="urn:microsoft.com/office/officeart/2005/8/layout/orgChart1"/>
    <dgm:cxn modelId="{9537B766-BB73-4743-9975-9D0F51868CD5}" srcId="{24521183-9CE5-48B2-A87C-5B59C4F22B39}" destId="{A4050375-6CED-44E6-9D5B-1C03F221485E}" srcOrd="1" destOrd="0" parTransId="{32BE73E8-7125-4A26-8152-F0C225D751C2}" sibTransId="{D0A7798C-76F2-44E2-A928-9F09EF449B8C}"/>
    <dgm:cxn modelId="{388E4847-43F8-4DC3-B986-EC3F941AECEE}" srcId="{1634A478-54ED-4AC4-AB67-369FA96DF4F5}" destId="{061379DE-51B1-4C5C-B4B3-3C6E976FC2E1}" srcOrd="1" destOrd="0" parTransId="{6B394349-DB16-494C-9590-D0BAEA6A7B66}" sibTransId="{E6A1F886-862A-43C1-A57F-6BF79FA6B03B}"/>
    <dgm:cxn modelId="{8A928F49-AD7E-4514-8589-5DCD9F64EFAA}" type="presOf" srcId="{BBE75FD1-9B6A-401D-B372-72B53FF9EB89}" destId="{04AAE3EE-95E7-4FD2-B49D-CDC636039E80}" srcOrd="0" destOrd="0" presId="urn:microsoft.com/office/officeart/2005/8/layout/orgChart1"/>
    <dgm:cxn modelId="{12A6E349-232C-4FD5-9C4E-934EC56F8B51}" type="presOf" srcId="{45D4A485-99E4-4DCE-B1A1-3DCA3A00565C}" destId="{C2CD4994-518C-417D-BEA5-5E5427BB4B72}" srcOrd="0" destOrd="0" presId="urn:microsoft.com/office/officeart/2005/8/layout/orgChart1"/>
    <dgm:cxn modelId="{5D60A34B-5A39-4F7B-99B4-2DA2B314D449}" type="presOf" srcId="{B5E31013-7CBD-43FA-95A4-4057A16AA998}" destId="{0E6762D8-0A4D-4193-898B-5B216B2B781E}" srcOrd="0" destOrd="0" presId="urn:microsoft.com/office/officeart/2005/8/layout/orgChart1"/>
    <dgm:cxn modelId="{16B9D14B-F6B5-40CA-8EFC-F6A1A7C3BC19}" srcId="{24521183-9CE5-48B2-A87C-5B59C4F22B39}" destId="{2BE0929D-41AE-49BE-A051-12BC3635B948}" srcOrd="0" destOrd="0" parTransId="{99C39770-5992-412B-B243-E43F1F603EF0}" sibTransId="{C65B61E7-AA15-48AF-AD09-D93DC6E57AA2}"/>
    <dgm:cxn modelId="{54FA3B6C-8401-4E35-86FD-22809719F251}" type="presOf" srcId="{32D02C30-ACA0-4B19-AFD9-612C5E312AFA}" destId="{81E5CAE0-9990-4119-ABAD-1827B9C778D7}" srcOrd="0" destOrd="0" presId="urn:microsoft.com/office/officeart/2005/8/layout/orgChart1"/>
    <dgm:cxn modelId="{6D59A64C-44EA-4FFE-A2D3-04E8FBCAE01C}" type="presOf" srcId="{B2042741-24C0-4C58-853D-FCEFBA1AB053}" destId="{A5E6F6C8-D7C0-4A9C-96B9-620059272094}" srcOrd="1" destOrd="0" presId="urn:microsoft.com/office/officeart/2005/8/layout/orgChart1"/>
    <dgm:cxn modelId="{D4E3D84C-A615-4605-A85D-F45DFDE28A72}" type="presOf" srcId="{F5A483ED-727F-462E-8942-0144767E0999}" destId="{052BA2F5-4FC0-4716-9E3D-E96DB23232DD}" srcOrd="1" destOrd="0" presId="urn:microsoft.com/office/officeart/2005/8/layout/orgChart1"/>
    <dgm:cxn modelId="{B696E64C-8CEF-4E34-9032-E8A4C59869D4}" type="presOf" srcId="{D48E0F71-995C-4316-B0E4-6D6F18E16191}" destId="{D56E5BFA-D44C-4DE7-885C-9756AA78DE6B}" srcOrd="1" destOrd="0" presId="urn:microsoft.com/office/officeart/2005/8/layout/orgChart1"/>
    <dgm:cxn modelId="{778B1A4D-1B3A-4585-AB38-AE1AA18540E2}" type="presOf" srcId="{9266A1B3-EBAB-4B97-BD6B-6DDDA4C6750B}" destId="{E3B2E801-768C-4A6F-9ACA-255158F52D70}" srcOrd="0" destOrd="0" presId="urn:microsoft.com/office/officeart/2005/8/layout/orgChart1"/>
    <dgm:cxn modelId="{22663F6D-0D79-4882-8D5A-DDE034631A27}" type="presOf" srcId="{A4B1E560-A3BB-4E38-8700-5B76C0F52B7B}" destId="{70303C20-5D8E-4F17-8BEF-D6383292D234}" srcOrd="0" destOrd="0" presId="urn:microsoft.com/office/officeart/2005/8/layout/orgChart1"/>
    <dgm:cxn modelId="{EEDBEE6D-857A-41E9-BBF3-53AE4B160705}" srcId="{A4050375-6CED-44E6-9D5B-1C03F221485E}" destId="{4471D9EF-F555-4C3C-B3AB-DBA188791EF6}" srcOrd="1" destOrd="0" parTransId="{4307F1B5-0242-4F8C-88E4-517E2F08AC1B}" sibTransId="{510A2394-4C1B-4A12-8644-D078E2C2AD4E}"/>
    <dgm:cxn modelId="{EDEC0A6E-2CAC-46BF-9357-53F53DD808FE}" type="presOf" srcId="{4577F589-3055-4769-8AAA-58CDF72F0E6A}" destId="{A3297615-38BF-4430-A580-7CB5CFAB60E9}" srcOrd="1" destOrd="0" presId="urn:microsoft.com/office/officeart/2005/8/layout/orgChart1"/>
    <dgm:cxn modelId="{8A8F534E-6A78-453E-B5F2-BD6886EFD964}" type="presOf" srcId="{4577F589-3055-4769-8AAA-58CDF72F0E6A}" destId="{97FB9641-0BC0-4146-A367-B69D590A6108}" srcOrd="0" destOrd="0" presId="urn:microsoft.com/office/officeart/2005/8/layout/orgChart1"/>
    <dgm:cxn modelId="{DFB7D24E-9F3C-4D0D-89B3-7AA5E9EF3EAC}" type="presOf" srcId="{C310104F-4DC1-4CE1-A948-78D0E3E0386E}" destId="{4FD0FB4C-303C-4D6D-8644-4430ECC8ACD3}" srcOrd="0" destOrd="0" presId="urn:microsoft.com/office/officeart/2005/8/layout/orgChart1"/>
    <dgm:cxn modelId="{3FBC026F-B7B9-4F5A-A5F6-86D625C618DE}" srcId="{4577F589-3055-4769-8AAA-58CDF72F0E6A}" destId="{B2042741-24C0-4C58-853D-FCEFBA1AB053}" srcOrd="0" destOrd="0" parTransId="{FC02D5DC-4878-4DBC-BA52-FF78E20F0E3E}" sibTransId="{2926CA09-9BAE-4903-8D6C-5260BAEB3261}"/>
    <dgm:cxn modelId="{55D6E26F-EBBA-49CA-8BF7-459EBED88D4C}" type="presOf" srcId="{35205BF6-F63D-4B4F-9989-2A3E224D1253}" destId="{1B4D2A87-F176-4A25-BFE3-FF64715D00A6}" srcOrd="1" destOrd="0" presId="urn:microsoft.com/office/officeart/2005/8/layout/orgChart1"/>
    <dgm:cxn modelId="{73B26151-191A-4921-8668-1FEB5AE5EACD}" type="presOf" srcId="{2762110E-7540-4040-93B0-9B8F49963191}" destId="{538D30A9-0E3B-4E74-A205-AF1225DA815F}" srcOrd="1" destOrd="0" presId="urn:microsoft.com/office/officeart/2005/8/layout/orgChart1"/>
    <dgm:cxn modelId="{477EC252-6BAA-41EE-BFEA-38369A7556D8}" type="presOf" srcId="{F036AC62-750F-46C0-B97C-4846E46E84BF}" destId="{3F1A253F-C767-4CC3-AB9D-5D0305FC116D}" srcOrd="0" destOrd="0" presId="urn:microsoft.com/office/officeart/2005/8/layout/orgChart1"/>
    <dgm:cxn modelId="{E4D63E53-B568-4841-95DE-AB0D9D14A559}" type="presOf" srcId="{9D9C3A31-58A0-42F2-AC41-BFAB5D6445DA}" destId="{DF14686B-E219-48B7-A0B5-4479012EB274}" srcOrd="1" destOrd="0" presId="urn:microsoft.com/office/officeart/2005/8/layout/orgChart1"/>
    <dgm:cxn modelId="{EE057E53-450A-4CD2-BB8C-7B7DDBD45EBF}" srcId="{A4050375-6CED-44E6-9D5B-1C03F221485E}" destId="{04379402-E64F-4FF2-9C61-C8BCF5941B9A}" srcOrd="0" destOrd="0" parTransId="{438A72FA-A4B8-49E0-88E5-49E387454FB3}" sibTransId="{170D5EF7-AFF0-4FBE-96E0-0E2D3601BF7A}"/>
    <dgm:cxn modelId="{42C59473-DCDA-4D47-B750-1317BE912399}" type="presOf" srcId="{52B072BC-171D-4962-B573-164014515D4D}" destId="{338EF644-C98A-46EC-AE0A-CD28BA145162}" srcOrd="1" destOrd="0" presId="urn:microsoft.com/office/officeart/2005/8/layout/orgChart1"/>
    <dgm:cxn modelId="{0E7DB773-8923-4680-807C-99FE5A95E6F7}" srcId="{3FFCD68E-6929-40C9-9E74-C5210DB27330}" destId="{67810128-0A23-4459-9EF5-14755448B364}" srcOrd="1" destOrd="0" parTransId="{CDD2C553-B1F1-4B73-8DDD-7A3AEF666CE7}" sibTransId="{3D4406F8-1007-4799-9017-83D42E9C4A78}"/>
    <dgm:cxn modelId="{BCF8BF54-C906-4604-9DA0-0176F40F81A6}" type="presOf" srcId="{66AB6FB5-999B-4642-B4C9-AE9AA58823C8}" destId="{084CBC05-F114-4555-8EF3-84397EACB224}" srcOrd="1" destOrd="0" presId="urn:microsoft.com/office/officeart/2005/8/layout/orgChart1"/>
    <dgm:cxn modelId="{82884A75-9B25-4954-B519-5CA9651D4BAE}" type="presOf" srcId="{5D8256F1-F72C-4BE2-B439-0B74DB3121ED}" destId="{FAEC4AC0-E791-4077-A239-B85B722E852C}" srcOrd="0" destOrd="0" presId="urn:microsoft.com/office/officeart/2005/8/layout/orgChart1"/>
    <dgm:cxn modelId="{3DEB4D75-9992-488D-9751-8F714F6FBD2D}" type="presOf" srcId="{EF385BA8-64BB-4177-9956-BAD7534AAFE3}" destId="{63FC340A-6153-4B79-AD6F-4E2E40CAF1AA}" srcOrd="0" destOrd="0" presId="urn:microsoft.com/office/officeart/2005/8/layout/orgChart1"/>
    <dgm:cxn modelId="{0CC2D775-0A75-4043-935D-520538867F6C}" type="presOf" srcId="{4471D9EF-F555-4C3C-B3AB-DBA188791EF6}" destId="{D26F7693-9BC1-40AB-90BA-42A98FACDE64}" srcOrd="1" destOrd="0" presId="urn:microsoft.com/office/officeart/2005/8/layout/orgChart1"/>
    <dgm:cxn modelId="{5DBAB677-E1DF-4A74-9B44-6AF569408780}" type="presOf" srcId="{9D9C3A31-58A0-42F2-AC41-BFAB5D6445DA}" destId="{AE4D590B-5B7B-4F17-93D5-BB58965730CD}" srcOrd="0" destOrd="0" presId="urn:microsoft.com/office/officeart/2005/8/layout/orgChart1"/>
    <dgm:cxn modelId="{55193058-08C0-4B08-A4B2-06937FF1E221}" type="presOf" srcId="{77BBE02E-224D-4877-8648-8DC6A064ED1A}" destId="{6419716A-8251-45E4-86A3-60BFF6DD9D5D}" srcOrd="1" destOrd="0" presId="urn:microsoft.com/office/officeart/2005/8/layout/orgChart1"/>
    <dgm:cxn modelId="{A2EBC378-F265-4E9D-AB0A-447CD9B3CAB2}" type="presOf" srcId="{ED83EEC2-667F-4C1B-AD0E-855E96DD3850}" destId="{94ACC2E8-4509-4418-9812-4C944D6703F9}" srcOrd="0" destOrd="0" presId="urn:microsoft.com/office/officeart/2005/8/layout/orgChart1"/>
    <dgm:cxn modelId="{65F7FB78-DCED-4B31-8572-4B87478A6CC2}" srcId="{1634A478-54ED-4AC4-AB67-369FA96DF4F5}" destId="{B8571BD9-3639-4C59-BC87-B9979887D6FC}" srcOrd="2" destOrd="0" parTransId="{86DAE0D9-2D7E-411E-B9A6-90726C73C727}" sibTransId="{7471E3CC-E0F6-46F0-B359-3A0374330173}"/>
    <dgm:cxn modelId="{3C671779-2421-4BF1-AC32-D9F38F44D0F0}" srcId="{1634A478-54ED-4AC4-AB67-369FA96DF4F5}" destId="{24521183-9CE5-48B2-A87C-5B59C4F22B39}" srcOrd="4" destOrd="0" parTransId="{123ECDD6-4E7B-48F5-A37F-2B77E0846632}" sibTransId="{1BCE59A1-D2A5-4F5D-8FE1-5D782D43B7B6}"/>
    <dgm:cxn modelId="{DB7D7879-9673-47C0-A6AE-4C52D11B7FFB}" type="presOf" srcId="{D084B8D6-7B03-4F7D-A1DA-5293BEA0F0E4}" destId="{02FDF1E5-FD51-42C1-A4BD-B8EA1135130F}" srcOrd="0" destOrd="0" presId="urn:microsoft.com/office/officeart/2005/8/layout/orgChart1"/>
    <dgm:cxn modelId="{570E1A5A-56D7-492C-B19D-431DF370607C}" srcId="{27A6D00C-A69E-4D7F-89EB-A8ED11283C96}" destId="{32D02C30-ACA0-4B19-AFD9-612C5E312AFA}" srcOrd="1" destOrd="0" parTransId="{0A28A2AD-BEEF-40E2-B3F1-CF6CE4DF7C68}" sibTransId="{7299D18C-5967-4E81-BCFE-5A153465448A}"/>
    <dgm:cxn modelId="{B549B87D-D308-41A9-B0D5-745D80673722}" type="presOf" srcId="{301D0A13-359F-47BC-8A6C-B522D48E39D2}" destId="{9BC94711-CFD7-4B45-92DA-5C16FA424718}" srcOrd="0" destOrd="0" presId="urn:microsoft.com/office/officeart/2005/8/layout/orgChart1"/>
    <dgm:cxn modelId="{F1A80281-0073-4BB1-AD11-F53E44082FE9}" type="presOf" srcId="{638E9F55-1749-4E98-A684-EC6FBA1A6599}" destId="{FAF0578B-E1F4-4758-8EBA-06B2377BFB3E}" srcOrd="0" destOrd="0" presId="urn:microsoft.com/office/officeart/2005/8/layout/orgChart1"/>
    <dgm:cxn modelId="{C3CB1082-19E7-4B1A-B623-25D482E4C7E6}" type="presOf" srcId="{320F0FB5-664B-420C-8833-1D703E88CC49}" destId="{B8C7FB9E-2A99-42DC-8133-58A8E4866F50}" srcOrd="1" destOrd="0" presId="urn:microsoft.com/office/officeart/2005/8/layout/orgChart1"/>
    <dgm:cxn modelId="{88EF1D84-4237-4337-AF14-8DEF168CCA81}" type="presOf" srcId="{FC02D5DC-4878-4DBC-BA52-FF78E20F0E3E}" destId="{D566996E-2645-4951-B0F7-EC9FEB0C6B07}" srcOrd="0" destOrd="0" presId="urn:microsoft.com/office/officeart/2005/8/layout/orgChart1"/>
    <dgm:cxn modelId="{00A62184-70AE-4F95-B44A-F90C52DA6F9B}" type="presOf" srcId="{D3611851-3184-4CF8-B037-B5F6DCF336FA}" destId="{97492AD3-B018-4154-9987-B486A6F2FD7D}" srcOrd="0" destOrd="0" presId="urn:microsoft.com/office/officeart/2005/8/layout/orgChart1"/>
    <dgm:cxn modelId="{776AD384-95A7-4C21-9A8D-BCE14ED5651F}" type="presOf" srcId="{438A72FA-A4B8-49E0-88E5-49E387454FB3}" destId="{900D81D3-3C4B-4A0B-8AA8-8807809EE3BC}" srcOrd="0" destOrd="0" presId="urn:microsoft.com/office/officeart/2005/8/layout/orgChart1"/>
    <dgm:cxn modelId="{F90FAD85-FE88-48E6-ADF0-7CBE79D0ABAE}" srcId="{4471D9EF-F555-4C3C-B3AB-DBA188791EF6}" destId="{A45EF27C-15B1-4180-827A-DD5F0B554169}" srcOrd="1" destOrd="0" parTransId="{638E9F55-1749-4E98-A684-EC6FBA1A6599}" sibTransId="{E4F84B93-0D92-42EE-A17D-B589837823C2}"/>
    <dgm:cxn modelId="{0EC9D885-EA0C-4A2F-89D2-A872095DF6E0}" type="presOf" srcId="{9B5BC924-BFB5-43F3-856E-1EC7198E745A}" destId="{35A08F79-B4E3-4ADE-BE16-2ED98823813D}" srcOrd="0" destOrd="0" presId="urn:microsoft.com/office/officeart/2005/8/layout/orgChart1"/>
    <dgm:cxn modelId="{97049487-C861-4908-84A3-122D4A43CC1C}" type="presOf" srcId="{C7134EAE-9242-4124-BECC-4FA3388E5F8F}" destId="{12C6415E-7940-4231-B41D-6FFA3BEA678A}" srcOrd="0" destOrd="0" presId="urn:microsoft.com/office/officeart/2005/8/layout/orgChart1"/>
    <dgm:cxn modelId="{E19B7689-7005-4F8F-9D15-72DC2522C317}" type="presOf" srcId="{B2042741-24C0-4C58-853D-FCEFBA1AB053}" destId="{B11F4E3F-5338-44E2-AE28-891AE0F5EC65}" srcOrd="0" destOrd="0" presId="urn:microsoft.com/office/officeart/2005/8/layout/orgChart1"/>
    <dgm:cxn modelId="{1C168B8A-4D0F-46FC-A471-385E8087E2C0}" type="presOf" srcId="{4471D9EF-F555-4C3C-B3AB-DBA188791EF6}" destId="{B6AA67CD-690C-4160-A0CD-CA01DF08CD1A}" srcOrd="0" destOrd="0" presId="urn:microsoft.com/office/officeart/2005/8/layout/orgChart1"/>
    <dgm:cxn modelId="{2C66648F-7DDC-415B-A61A-70F0223AE09F}" type="presOf" srcId="{5D8256F1-F72C-4BE2-B439-0B74DB3121ED}" destId="{5CF8EEE8-7351-484F-A8DB-11FB45CD11F2}" srcOrd="1" destOrd="0" presId="urn:microsoft.com/office/officeart/2005/8/layout/orgChart1"/>
    <dgm:cxn modelId="{64414D8F-68BE-4405-B292-F2A6797C0D8E}" srcId="{1634A478-54ED-4AC4-AB67-369FA96DF4F5}" destId="{27A6D00C-A69E-4D7F-89EB-A8ED11283C96}" srcOrd="0" destOrd="0" parTransId="{C310104F-4DC1-4CE1-A948-78D0E3E0386E}" sibTransId="{EB6411EA-E5C5-49DA-8E1B-0359B0CACE47}"/>
    <dgm:cxn modelId="{C5728998-C8EF-42FB-8640-A219E199EB3A}" type="presOf" srcId="{A4050375-6CED-44E6-9D5B-1C03F221485E}" destId="{98567316-5C05-4313-80D9-D028806AC8D4}" srcOrd="0" destOrd="0" presId="urn:microsoft.com/office/officeart/2005/8/layout/orgChart1"/>
    <dgm:cxn modelId="{F29C1E99-FA82-4A43-B73D-F212200EDD1C}" type="presOf" srcId="{2BE0929D-41AE-49BE-A051-12BC3635B948}" destId="{3788693D-EEFA-49E7-88F9-784650279262}" srcOrd="0" destOrd="0" presId="urn:microsoft.com/office/officeart/2005/8/layout/orgChart1"/>
    <dgm:cxn modelId="{7159249B-B34E-4737-BDC8-DB64B303187A}" type="presOf" srcId="{4307F1B5-0242-4F8C-88E4-517E2F08AC1B}" destId="{5EC4E750-B033-4DBD-AFAD-53DEB7878335}" srcOrd="0" destOrd="0" presId="urn:microsoft.com/office/officeart/2005/8/layout/orgChart1"/>
    <dgm:cxn modelId="{D6B9369C-FA32-433A-BBA5-54DD6DEFC3DD}" type="presOf" srcId="{301D0A13-359F-47BC-8A6C-B522D48E39D2}" destId="{4714A3CD-F566-4C2E-A6B0-C24E236966AF}" srcOrd="1" destOrd="0" presId="urn:microsoft.com/office/officeart/2005/8/layout/orgChart1"/>
    <dgm:cxn modelId="{F45AB59F-A41A-44A7-BCBB-C28230309D62}" type="presOf" srcId="{1634A478-54ED-4AC4-AB67-369FA96DF4F5}" destId="{CB004CA6-C66F-4DBD-B493-3F459D8A917B}" srcOrd="1" destOrd="0" presId="urn:microsoft.com/office/officeart/2005/8/layout/orgChart1"/>
    <dgm:cxn modelId="{79B4FDA2-6750-492A-9038-89818C217530}" type="presOf" srcId="{941AD76C-8288-4800-9137-ACFDD94796C9}" destId="{8DF99D86-A391-471B-99E6-B74BEF18F42C}" srcOrd="0" destOrd="0" presId="urn:microsoft.com/office/officeart/2005/8/layout/orgChart1"/>
    <dgm:cxn modelId="{3E4965A5-CBD6-4DF9-AE56-BBBBD70FB2BA}" type="presOf" srcId="{5E8D2D60-20C9-4564-BF46-9E60A5F6008E}" destId="{2E87EDD9-EE1D-4D21-A01E-2EC2E121B783}" srcOrd="0" destOrd="0" presId="urn:microsoft.com/office/officeart/2005/8/layout/orgChart1"/>
    <dgm:cxn modelId="{5E9F50AB-4ABA-4F78-A9EA-24E171A3FCB0}" type="presOf" srcId="{59DB62A5-093A-4173-932B-30CF49D72DC7}" destId="{94C57956-9591-4618-AA75-FE65E1E56748}" srcOrd="1" destOrd="0" presId="urn:microsoft.com/office/officeart/2005/8/layout/orgChart1"/>
    <dgm:cxn modelId="{4D8851AC-9177-4217-A95A-1BA2EB3E3F63}" type="presOf" srcId="{BDF3E4DB-A071-4A35-842E-0A82281664B2}" destId="{CDD5CC04-1CAE-4639-8D67-DB3FBC1D7E19}" srcOrd="0" destOrd="0" presId="urn:microsoft.com/office/officeart/2005/8/layout/orgChart1"/>
    <dgm:cxn modelId="{BECCA8AC-D63D-4592-BD7E-4F909572D672}" type="presOf" srcId="{0F66EAD9-18B9-4ABD-97E9-5E0241B38307}" destId="{74F4A7BF-5416-4964-B8E2-106B3CEEB165}" srcOrd="1" destOrd="0" presId="urn:microsoft.com/office/officeart/2005/8/layout/orgChart1"/>
    <dgm:cxn modelId="{0537AAAC-F83D-4CFD-A0E5-D6ED660BC91E}" srcId="{24521183-9CE5-48B2-A87C-5B59C4F22B39}" destId="{D48E0F71-995C-4316-B0E4-6D6F18E16191}" srcOrd="2" destOrd="0" parTransId="{D084B8D6-7B03-4F7D-A1DA-5293BEA0F0E4}" sibTransId="{696EC6E9-082B-4F6B-BBD0-B7FFCE58FF8F}"/>
    <dgm:cxn modelId="{821708AF-A903-4181-A152-262196D04EE4}" type="presOf" srcId="{2D5E76F2-C774-497E-AA6D-53D0D723792D}" destId="{DED6902C-0400-4A3B-804D-53DD1227CFDD}" srcOrd="0" destOrd="0" presId="urn:microsoft.com/office/officeart/2005/8/layout/orgChart1"/>
    <dgm:cxn modelId="{245D83AF-CC43-4025-8EFA-262669448643}" type="presOf" srcId="{A4050375-6CED-44E6-9D5B-1C03F221485E}" destId="{C76006C0-12C9-483B-80D2-49088A52E019}" srcOrd="1" destOrd="0" presId="urn:microsoft.com/office/officeart/2005/8/layout/orgChart1"/>
    <dgm:cxn modelId="{BE1677B3-F9E4-45A0-A8F2-29B63699FF13}" type="presOf" srcId="{228D9C09-845F-4F79-91A4-4632E99251AA}" destId="{FF548CAB-23A2-4007-8CF9-D0416A63747C}" srcOrd="0" destOrd="0" presId="urn:microsoft.com/office/officeart/2005/8/layout/orgChart1"/>
    <dgm:cxn modelId="{554817B4-0D0D-41CA-B858-14A826133351}" type="presOf" srcId="{A45EF27C-15B1-4180-827A-DD5F0B554169}" destId="{CCC17D2A-6688-4395-B5C1-5696145DFDC6}" srcOrd="0" destOrd="0" presId="urn:microsoft.com/office/officeart/2005/8/layout/orgChart1"/>
    <dgm:cxn modelId="{A9E61BB5-5F56-4C88-A615-A4F0A41CD233}" srcId="{3FFCD68E-6929-40C9-9E74-C5210DB27330}" destId="{488B5083-0349-4A79-A839-6BDEDB78B922}" srcOrd="0" destOrd="0" parTransId="{54B0BE3E-85DC-45C7-AF54-07A3E945CD34}" sibTransId="{E8E763F9-DF82-4FB6-B2C0-6D7FF9F01684}"/>
    <dgm:cxn modelId="{2628B0B5-DC35-4534-8770-C7CB6049D690}" type="presOf" srcId="{3FFCD68E-6929-40C9-9E74-C5210DB27330}" destId="{F280C87A-9B0D-4E90-91F8-AED47C7D50E1}" srcOrd="1" destOrd="0" presId="urn:microsoft.com/office/officeart/2005/8/layout/orgChart1"/>
    <dgm:cxn modelId="{F915ABB7-2DB1-4BF5-B0DE-34AA322A257B}" type="presOf" srcId="{9266A1B3-EBAB-4B97-BD6B-6DDDA4C6750B}" destId="{F9443F68-9042-496C-A4FC-32C0EE3A18E8}" srcOrd="1" destOrd="0" presId="urn:microsoft.com/office/officeart/2005/8/layout/orgChart1"/>
    <dgm:cxn modelId="{FE9395B8-18DF-43B7-AE14-B377668E45BC}" type="presOf" srcId="{B8571BD9-3639-4C59-BC87-B9979887D6FC}" destId="{ED38BF37-405F-4B26-BD41-1EEDB8EE74E5}" srcOrd="0" destOrd="0" presId="urn:microsoft.com/office/officeart/2005/8/layout/orgChart1"/>
    <dgm:cxn modelId="{CC76B6B8-D7F3-4DAF-9000-AEC31DBE1ADA}" srcId="{B8571BD9-3639-4C59-BC87-B9979887D6FC}" destId="{2762110E-7540-4040-93B0-9B8F49963191}" srcOrd="0" destOrd="0" parTransId="{EF385BA8-64BB-4177-9956-BAD7534AAFE3}" sibTransId="{0B813D1E-A08F-4FEF-913A-AE66A83CB1D2}"/>
    <dgm:cxn modelId="{A3DECEB8-4863-4800-A4E1-3B8B38ED4833}" type="presOf" srcId="{67810128-0A23-4459-9EF5-14755448B364}" destId="{22D138A1-1E08-4D3E-B0D5-338D83BFE91E}" srcOrd="1" destOrd="0" presId="urn:microsoft.com/office/officeart/2005/8/layout/orgChart1"/>
    <dgm:cxn modelId="{1D6C3BBA-08DE-4BEE-A502-C456D9BC3F05}" type="presOf" srcId="{4B35164C-37AA-4B87-8CD7-21A91C9D598A}" destId="{2217F2A0-F9C7-4EEE-A8AE-1C92A8DF2BC7}" srcOrd="0" destOrd="0" presId="urn:microsoft.com/office/officeart/2005/8/layout/orgChart1"/>
    <dgm:cxn modelId="{98F6D6BA-9528-4F3E-AD66-5760EB8C34BC}" type="presOf" srcId="{A45EF27C-15B1-4180-827A-DD5F0B554169}" destId="{0FA1A0FE-B021-4B0D-920D-F8A9F93CE36A}" srcOrd="1" destOrd="0" presId="urn:microsoft.com/office/officeart/2005/8/layout/orgChart1"/>
    <dgm:cxn modelId="{5A0E50BC-A641-440B-831D-63031688D1A6}" type="presOf" srcId="{4FF0B705-0473-4CD3-BFE4-161AC58915FD}" destId="{D6BD273B-F5D8-474B-8140-8C6677379244}" srcOrd="0" destOrd="0" presId="urn:microsoft.com/office/officeart/2005/8/layout/orgChart1"/>
    <dgm:cxn modelId="{E47B75BC-D4FC-4071-9B8C-31FFA5E1D462}" srcId="{4577F589-3055-4769-8AAA-58CDF72F0E6A}" destId="{35205BF6-F63D-4B4F-9989-2A3E224D1253}" srcOrd="2" destOrd="0" parTransId="{45D4A485-99E4-4DCE-B1A1-3DCA3A00565C}" sibTransId="{046136CF-F887-49B9-B022-7395F8C52BAB}"/>
    <dgm:cxn modelId="{F2D1D6BC-EA10-4F75-8CD3-589289A453C3}" type="presOf" srcId="{43230B72-6A3E-4E06-BCDE-C57D4817F311}" destId="{0BD1F280-8009-498D-A5C4-BE1844F6C40C}" srcOrd="0" destOrd="0" presId="urn:microsoft.com/office/officeart/2005/8/layout/orgChart1"/>
    <dgm:cxn modelId="{CE90E1BE-3405-47F1-84D3-396B736FA3E5}" type="presOf" srcId="{0F66EAD9-18B9-4ABD-97E9-5E0241B38307}" destId="{15AFEBCF-1FFB-4C09-94E1-E2DAD6B7A7DD}" srcOrd="0" destOrd="0" presId="urn:microsoft.com/office/officeart/2005/8/layout/orgChart1"/>
    <dgm:cxn modelId="{3159C6C0-E90B-401C-8A20-24719B86375A}" srcId="{488B5083-0349-4A79-A839-6BDEDB78B922}" destId="{301D0A13-359F-47BC-8A6C-B522D48E39D2}" srcOrd="0" destOrd="0" parTransId="{F3739FA3-8CA3-4569-8A46-655829F15AD3}" sibTransId="{AD2D743B-6937-4353-BCCC-C923D54BEE8A}"/>
    <dgm:cxn modelId="{089BE5C0-A046-4549-ABB2-21D37ED2C36C}" type="presOf" srcId="{2762110E-7540-4040-93B0-9B8F49963191}" destId="{299AADA2-BC0A-467B-9498-E938734A9546}" srcOrd="0" destOrd="0" presId="urn:microsoft.com/office/officeart/2005/8/layout/orgChart1"/>
    <dgm:cxn modelId="{D95CE6C2-A34E-4724-8D71-C8203F1BC2B7}" type="presOf" srcId="{0A28A2AD-BEEF-40E2-B3F1-CF6CE4DF7C68}" destId="{14E3FA3B-25AD-4C6E-9C99-C650678A3EAD}" srcOrd="0" destOrd="0" presId="urn:microsoft.com/office/officeart/2005/8/layout/orgChart1"/>
    <dgm:cxn modelId="{D9504CC3-85E4-42A0-AC7E-7C456199829A}" type="presOf" srcId="{488B5083-0349-4A79-A839-6BDEDB78B922}" destId="{476550D3-D2E5-41DF-ADC8-67FB2EA3F908}" srcOrd="1" destOrd="0" presId="urn:microsoft.com/office/officeart/2005/8/layout/orgChart1"/>
    <dgm:cxn modelId="{88B73CC4-F97E-44B4-9955-60838B7D0569}" srcId="{04379402-E64F-4FF2-9C61-C8BCF5941B9A}" destId="{0F66EAD9-18B9-4ABD-97E9-5E0241B38307}" srcOrd="1" destOrd="0" parTransId="{C18D4415-7585-4BDB-93FE-9F9ECE943B5E}" sibTransId="{037D986E-E3E7-40D4-BC83-63421E98E675}"/>
    <dgm:cxn modelId="{ACEE6AC4-7C44-4554-B3D8-834A43E4B6BF}" srcId="{67810128-0A23-4459-9EF5-14755448B364}" destId="{6DD11927-19CC-4F1E-9CF3-9DD10A1CCD54}" srcOrd="1" destOrd="0" parTransId="{71272CD6-2019-4738-90AF-F8537475DA2C}" sibTransId="{79631255-6640-4635-9168-6EE986479ED2}"/>
    <dgm:cxn modelId="{C6D527C6-2061-4AC0-BB6C-834DF0EB3AD8}" type="presOf" srcId="{E205D2CC-EB9A-4684-AE9A-E55D62031513}" destId="{550468E3-4D16-42B7-9773-1283BEF2967B}" srcOrd="1" destOrd="0" presId="urn:microsoft.com/office/officeart/2005/8/layout/orgChart1"/>
    <dgm:cxn modelId="{79A406CB-856B-40BE-B4D5-12B9598421C7}" srcId="{4577F589-3055-4769-8AAA-58CDF72F0E6A}" destId="{66AB6FB5-999B-4642-B4C9-AE9AA58823C8}" srcOrd="1" destOrd="0" parTransId="{BDF3E4DB-A071-4A35-842E-0A82281664B2}" sibTransId="{5A9718CE-3C0C-44D8-BCC5-688D4E54AFA6}"/>
    <dgm:cxn modelId="{087646CB-229F-48DE-B9F7-6C4D744FDDA0}" type="presOf" srcId="{E205D2CC-EB9A-4684-AE9A-E55D62031513}" destId="{8B7332A2-0426-4902-A12F-83A5C4858759}" srcOrd="0" destOrd="0" presId="urn:microsoft.com/office/officeart/2005/8/layout/orgChart1"/>
    <dgm:cxn modelId="{D5F79ECB-ACB8-4D4B-A466-7904D34A6240}" type="presOf" srcId="{66AB6FB5-999B-4642-B4C9-AE9AA58823C8}" destId="{1A1DF27B-46B6-4981-9EE9-1340B4EF197B}" srcOrd="0" destOrd="0" presId="urn:microsoft.com/office/officeart/2005/8/layout/orgChart1"/>
    <dgm:cxn modelId="{0FE287CE-4303-4EC8-BA60-F4E2B0275211}" type="presOf" srcId="{32D02C30-ACA0-4B19-AFD9-612C5E312AFA}" destId="{C24FFBBC-5759-40B6-B385-767D1C9A1FE6}" srcOrd="1" destOrd="0" presId="urn:microsoft.com/office/officeart/2005/8/layout/orgChart1"/>
    <dgm:cxn modelId="{6017E4D0-BE86-4CF2-B251-2A1AEE03B65B}" type="presOf" srcId="{6B394349-DB16-494C-9590-D0BAEA6A7B66}" destId="{91B96EC1-00BA-4C53-8FDC-568C86735007}" srcOrd="0" destOrd="0" presId="urn:microsoft.com/office/officeart/2005/8/layout/orgChart1"/>
    <dgm:cxn modelId="{2BA819D2-A16A-4371-B1D0-2960DEAF5D45}" type="presOf" srcId="{6D6648B6-FA00-4D81-AA7C-F1817D27CC93}" destId="{F1636DB4-E550-4CB0-9F27-C39A8754998E}" srcOrd="0" destOrd="0" presId="urn:microsoft.com/office/officeart/2005/8/layout/orgChart1"/>
    <dgm:cxn modelId="{86CF53D4-F67C-479D-B2FC-C852682BFD13}" type="presOf" srcId="{D45675FF-D138-43A3-8AA0-677B437557AC}" destId="{5DB4D0F4-F1F1-4EC5-9E56-2FEE2C313A10}" srcOrd="0" destOrd="0" presId="urn:microsoft.com/office/officeart/2005/8/layout/orgChart1"/>
    <dgm:cxn modelId="{143FC0D4-2F71-4EF5-A0A5-D813347B58A3}" type="presOf" srcId="{F5A483ED-727F-462E-8942-0144767E0999}" destId="{3366EE59-6D32-4DBB-BC92-A1B5D777ECBB}" srcOrd="0" destOrd="0" presId="urn:microsoft.com/office/officeart/2005/8/layout/orgChart1"/>
    <dgm:cxn modelId="{9E0D8FD5-7ACD-4469-A877-D8BDF0572898}" type="presOf" srcId="{7FAFD074-B424-45C7-8760-A44E41E5BC6E}" destId="{6BBE2293-1C69-47E6-A4A4-15721C795628}" srcOrd="0" destOrd="0" presId="urn:microsoft.com/office/officeart/2005/8/layout/orgChart1"/>
    <dgm:cxn modelId="{FD07FBD5-F6EE-4841-83FF-686DD4F7C641}" type="presOf" srcId="{52B072BC-171D-4962-B573-164014515D4D}" destId="{F3A463A2-13A1-4A72-A658-60980F02D41F}" srcOrd="0" destOrd="0" presId="urn:microsoft.com/office/officeart/2005/8/layout/orgChart1"/>
    <dgm:cxn modelId="{2FFF5CD6-96CA-4D54-A63B-A8D04AC11BE5}" type="presOf" srcId="{24521183-9CE5-48B2-A87C-5B59C4F22B39}" destId="{1C53459E-3546-4643-AEC3-58731DD83B75}" srcOrd="1" destOrd="0" presId="urn:microsoft.com/office/officeart/2005/8/layout/orgChart1"/>
    <dgm:cxn modelId="{489E5DD8-1099-4D52-95E7-C6F95F045738}" type="presOf" srcId="{67810128-0A23-4459-9EF5-14755448B364}" destId="{91D0033F-CEAB-49AB-B669-23E732E483B9}" srcOrd="0" destOrd="0" presId="urn:microsoft.com/office/officeart/2005/8/layout/orgChart1"/>
    <dgm:cxn modelId="{2C20FEDA-15EE-45FA-A8A9-09A8C28EF627}" type="presOf" srcId="{86DAE0D9-2D7E-411E-B9A6-90726C73C727}" destId="{B6548F87-528F-4FC2-B95E-F05974194578}" srcOrd="0" destOrd="0" presId="urn:microsoft.com/office/officeart/2005/8/layout/orgChart1"/>
    <dgm:cxn modelId="{D9D5CDDB-49C3-4469-A146-022C4AD1B742}" type="presOf" srcId="{24521183-9CE5-48B2-A87C-5B59C4F22B39}" destId="{04ACEB55-6364-45AF-87CD-4452A7C1C0AE}" srcOrd="0" destOrd="0" presId="urn:microsoft.com/office/officeart/2005/8/layout/orgChart1"/>
    <dgm:cxn modelId="{5EBE62DF-258F-454D-BF82-58A66A039469}" srcId="{DC874471-DAE2-45C0-B381-B15FFAB70169}" destId="{59DB62A5-093A-4173-932B-30CF49D72DC7}" srcOrd="0" destOrd="0" parTransId="{6B12D646-FCB4-4266-9321-109373454FAA}" sibTransId="{7C19EECB-6A3D-4931-B8E1-B87EA8FB978D}"/>
    <dgm:cxn modelId="{5CFD86DF-19AD-484E-9DA5-D2CE11EA7DDD}" type="presOf" srcId="{5FD27A23-1C67-4420-A6AD-BD05E4AA1B63}" destId="{C7F4E8D6-43DB-494A-B0F1-9421194B392C}" srcOrd="0" destOrd="0" presId="urn:microsoft.com/office/officeart/2005/8/layout/orgChart1"/>
    <dgm:cxn modelId="{E77910E2-401E-4691-90AE-351D04AF8183}" type="presOf" srcId="{9A201FA1-2282-4105-8FEF-BF086DD175CC}" destId="{773D6458-B2E3-48FD-A3F4-1453CD28EE3F}" srcOrd="0" destOrd="0" presId="urn:microsoft.com/office/officeart/2005/8/layout/orgChart1"/>
    <dgm:cxn modelId="{6F126AE3-381D-4EE0-8F12-21B8B4D9C589}" srcId="{3FFCD68E-6929-40C9-9E74-C5210DB27330}" destId="{D45675FF-D138-43A3-8AA0-677B437557AC}" srcOrd="2" destOrd="0" parTransId="{43230B72-6A3E-4E06-BCDE-C57D4817F311}" sibTransId="{AC485536-A6BD-4057-B42B-3F2294EAA450}"/>
    <dgm:cxn modelId="{7AFA95E5-13B3-4445-9B6A-534616019BC9}" srcId="{2BE0929D-41AE-49BE-A051-12BC3635B948}" destId="{9D9C3A31-58A0-42F2-AC41-BFAB5D6445DA}" srcOrd="0" destOrd="0" parTransId="{F036AC62-750F-46C0-B97C-4846E46E84BF}" sibTransId="{82B33955-50BE-475D-8A14-EB1B11779634}"/>
    <dgm:cxn modelId="{62F420E6-5768-40B7-A9C2-2EA74A6F3AE0}" type="presOf" srcId="{6B12D646-FCB4-4266-9321-109373454FAA}" destId="{CD9D68A6-7E26-4023-B69C-C5ABDABB80C5}" srcOrd="0" destOrd="0" presId="urn:microsoft.com/office/officeart/2005/8/layout/orgChart1"/>
    <dgm:cxn modelId="{310B9DE7-4A8B-4C9E-BC0F-864C605EFD60}" type="presOf" srcId="{4173025E-2C07-4B3F-8E5A-536D1855CC39}" destId="{CD477BBA-EB9C-4313-BCDE-517AAD0DBA09}" srcOrd="0" destOrd="0" presId="urn:microsoft.com/office/officeart/2005/8/layout/orgChart1"/>
    <dgm:cxn modelId="{D10766E8-6E88-47E7-A3E7-DCB64054CE78}" type="presOf" srcId="{B883A44C-142D-4DC3-B7D4-F1D6FB878DD5}" destId="{F3D6D0C9-C795-4C26-B9F4-CF69CAC293CC}" srcOrd="0" destOrd="0" presId="urn:microsoft.com/office/officeart/2005/8/layout/orgChart1"/>
    <dgm:cxn modelId="{6DFF7DE9-450F-46BE-9A91-D3B1F9F18E47}" type="presOf" srcId="{DC874471-DAE2-45C0-B381-B15FFAB70169}" destId="{4A418EE1-B63F-4CC8-9B27-C7957C404BEE}" srcOrd="0" destOrd="0" presId="urn:microsoft.com/office/officeart/2005/8/layout/orgChart1"/>
    <dgm:cxn modelId="{1AF4BEEA-ABA1-4A10-98D8-C2AFFB6C0DF1}" type="presOf" srcId="{2B540998-8B99-4B52-9807-648086427331}" destId="{B81E3D9E-D455-4B37-9461-09D21D022AE9}" srcOrd="0" destOrd="0" presId="urn:microsoft.com/office/officeart/2005/8/layout/orgChart1"/>
    <dgm:cxn modelId="{7165D1EA-595C-4BEA-8F86-4846A60E7B55}" type="presOf" srcId="{687ACD03-8CA8-4C24-A70F-AED6446E2D09}" destId="{ABE8E3B2-DD53-407C-86AB-3B5E00DD10EC}" srcOrd="0" destOrd="0" presId="urn:microsoft.com/office/officeart/2005/8/layout/orgChart1"/>
    <dgm:cxn modelId="{E0B556EB-A5C7-48B9-AE8F-6283AF763B3B}" srcId="{32D02C30-ACA0-4B19-AFD9-612C5E312AFA}" destId="{4FF0B705-0473-4CD3-BFE4-161AC58915FD}" srcOrd="0" destOrd="0" parTransId="{9E3EADCC-42BE-4C5C-AA6C-ADA08C5D825B}" sibTransId="{2255B177-C051-4176-8BA5-72C3C0E8DB51}"/>
    <dgm:cxn modelId="{BC8F68ED-EB08-4373-A326-E8FE7C61F8AB}" srcId="{2762110E-7540-4040-93B0-9B8F49963191}" destId="{DC874471-DAE2-45C0-B381-B15FFAB70169}" srcOrd="0" destOrd="0" parTransId="{687ACD03-8CA8-4C24-A70F-AED6446E2D09}" sibTransId="{2F534C0A-0390-4B24-B976-3E2D730D22FE}"/>
    <dgm:cxn modelId="{7522EBEE-9238-4F6F-B6F3-E63FFBC0159C}" srcId="{1634A478-54ED-4AC4-AB67-369FA96DF4F5}" destId="{4107FE97-E5BA-481C-8F04-D738BA04259C}" srcOrd="3" destOrd="0" parTransId="{5E8D2D60-20C9-4564-BF46-9E60A5F6008E}" sibTransId="{6B4EDD31-FF17-4506-A8CE-5210D655CA68}"/>
    <dgm:cxn modelId="{BFF21DF1-8AF3-403D-808B-6BF60E846813}" type="presOf" srcId="{9A201FA1-2282-4105-8FEF-BF086DD175CC}" destId="{66C3CD91-1F8A-44C6-B191-DB5BD215EDEA}" srcOrd="1" destOrd="0" presId="urn:microsoft.com/office/officeart/2005/8/layout/orgChart1"/>
    <dgm:cxn modelId="{B62741F1-D9A2-43B8-8CDC-2A0DE7D7E15E}" type="presOf" srcId="{5A9B2173-B59B-41C6-83B3-C0899F131E7B}" destId="{D982D20F-24E0-41AC-BBB3-E17169A7B4DE}" srcOrd="0" destOrd="0" presId="urn:microsoft.com/office/officeart/2005/8/layout/orgChart1"/>
    <dgm:cxn modelId="{F02C56F3-04DC-45B5-B4D4-1ABBD6174045}" type="presOf" srcId="{4FF0B705-0473-4CD3-BFE4-161AC58915FD}" destId="{6D8CE02F-9361-43F9-A177-7EC427EB8C49}" srcOrd="1" destOrd="0" presId="urn:microsoft.com/office/officeart/2005/8/layout/orgChart1"/>
    <dgm:cxn modelId="{6C74AEF7-F8EF-4847-80DF-5B3F9CD7F0BF}" type="presOf" srcId="{6DD11927-19CC-4F1E-9CF3-9DD10A1CCD54}" destId="{61C123C3-4A2D-4E7F-98AE-3EE57CC1FAAE}" srcOrd="1" destOrd="0" presId="urn:microsoft.com/office/officeart/2005/8/layout/orgChart1"/>
    <dgm:cxn modelId="{8EEA50F8-C510-460F-AA0F-631F9978086A}" srcId="{D48E0F71-995C-4316-B0E4-6D6F18E16191}" destId="{5D8256F1-F72C-4BE2-B439-0B74DB3121ED}" srcOrd="1" destOrd="0" parTransId="{5A9B2173-B59B-41C6-83B3-C0899F131E7B}" sibTransId="{11600F9B-360D-4303-B121-0FAC5ADB2067}"/>
    <dgm:cxn modelId="{5B2083F8-F62A-49B6-8430-204D426C357A}" srcId="{B883A44C-142D-4DC3-B7D4-F1D6FB878DD5}" destId="{52B072BC-171D-4962-B573-164014515D4D}" srcOrd="1" destOrd="0" parTransId="{364D73C3-B44D-4D90-802D-52F59D837548}" sibTransId="{53EE204E-77CF-48DE-BA23-4420FDABEB03}"/>
    <dgm:cxn modelId="{96723CFA-65DA-419F-8DE6-4898E51ED3CB}" type="presOf" srcId="{364D73C3-B44D-4D90-802D-52F59D837548}" destId="{EBFD9E77-859F-4AAC-8F9F-1FD16A233A86}" srcOrd="0" destOrd="0" presId="urn:microsoft.com/office/officeart/2005/8/layout/orgChart1"/>
    <dgm:cxn modelId="{759D14FB-330A-4B37-87EF-BB65721EDF1C}" type="presOf" srcId="{061379DE-51B1-4C5C-B4B3-3C6E976FC2E1}" destId="{18574371-0C6B-4425-A370-7E65C03C3284}" srcOrd="0" destOrd="0" presId="urn:microsoft.com/office/officeart/2005/8/layout/orgChart1"/>
    <dgm:cxn modelId="{21608FFB-C7A9-4FC4-A20B-245155D1171C}" type="presOf" srcId="{4173025E-2C07-4B3F-8E5A-536D1855CC39}" destId="{0732DE45-030A-4211-AA28-8A499FEAFBEF}" srcOrd="1" destOrd="0" presId="urn:microsoft.com/office/officeart/2005/8/layout/orgChart1"/>
    <dgm:cxn modelId="{446A52FD-8600-4B06-BAA6-67C3A3880C28}" srcId="{B883A44C-142D-4DC3-B7D4-F1D6FB878DD5}" destId="{E205D2CC-EB9A-4684-AE9A-E55D62031513}" srcOrd="0" destOrd="0" parTransId="{9B5BC924-BFB5-43F3-856E-1EC7198E745A}" sibTransId="{0B8EC598-EFDD-4566-A00D-94C2239FEFD5}"/>
    <dgm:cxn modelId="{B6E9ABE2-1B99-48CB-BB92-E1C95A135823}" type="presParOf" srcId="{98F187D7-2562-4354-B414-CE44E726449B}" destId="{FBA8C917-CBDF-433B-BFD3-41B56E708A94}" srcOrd="0" destOrd="0" presId="urn:microsoft.com/office/officeart/2005/8/layout/orgChart1"/>
    <dgm:cxn modelId="{475D5053-960D-42EF-A2BE-613F496CB239}" type="presParOf" srcId="{FBA8C917-CBDF-433B-BFD3-41B56E708A94}" destId="{EC974C4E-CE90-4B4C-93A5-9A64F93134A4}" srcOrd="0" destOrd="0" presId="urn:microsoft.com/office/officeart/2005/8/layout/orgChart1"/>
    <dgm:cxn modelId="{D6630EDA-9475-42DA-A4A3-D2CAAB055F04}" type="presParOf" srcId="{EC974C4E-CE90-4B4C-93A5-9A64F93134A4}" destId="{0A4383D5-74DA-494C-94F0-950A367D33A1}" srcOrd="0" destOrd="0" presId="urn:microsoft.com/office/officeart/2005/8/layout/orgChart1"/>
    <dgm:cxn modelId="{CE8630BC-F369-4A42-92A6-58C05D16A703}" type="presParOf" srcId="{EC974C4E-CE90-4B4C-93A5-9A64F93134A4}" destId="{CB004CA6-C66F-4DBD-B493-3F459D8A917B}" srcOrd="1" destOrd="0" presId="urn:microsoft.com/office/officeart/2005/8/layout/orgChart1"/>
    <dgm:cxn modelId="{3BACDAD9-9BCD-4DBB-9E4E-49DC7EA0A22A}" type="presParOf" srcId="{FBA8C917-CBDF-433B-BFD3-41B56E708A94}" destId="{83C2AC3D-A614-4535-ACB7-EB0699FCA642}" srcOrd="1" destOrd="0" presId="urn:microsoft.com/office/officeart/2005/8/layout/orgChart1"/>
    <dgm:cxn modelId="{F11105D5-133F-401B-8D8B-5B4623D9B92D}" type="presParOf" srcId="{83C2AC3D-A614-4535-ACB7-EB0699FCA642}" destId="{4FD0FB4C-303C-4D6D-8644-4430ECC8ACD3}" srcOrd="0" destOrd="0" presId="urn:microsoft.com/office/officeart/2005/8/layout/orgChart1"/>
    <dgm:cxn modelId="{84693A6E-F1C5-450F-B6B6-4F3E59929742}" type="presParOf" srcId="{83C2AC3D-A614-4535-ACB7-EB0699FCA642}" destId="{5954AF31-4F95-49DC-B48C-3F32BF9B53AD}" srcOrd="1" destOrd="0" presId="urn:microsoft.com/office/officeart/2005/8/layout/orgChart1"/>
    <dgm:cxn modelId="{DED49F8E-D660-4380-BBD5-0CE78EA393D7}" type="presParOf" srcId="{5954AF31-4F95-49DC-B48C-3F32BF9B53AD}" destId="{6BFB364D-FDC7-4215-9DBF-CA1746E07809}" srcOrd="0" destOrd="0" presId="urn:microsoft.com/office/officeart/2005/8/layout/orgChart1"/>
    <dgm:cxn modelId="{9209BA44-59BF-42F2-BADD-3F349D058C72}" type="presParOf" srcId="{6BFB364D-FDC7-4215-9DBF-CA1746E07809}" destId="{9C6CFDF1-4311-46E6-BA5B-993A76B9F51C}" srcOrd="0" destOrd="0" presId="urn:microsoft.com/office/officeart/2005/8/layout/orgChart1"/>
    <dgm:cxn modelId="{7BC6714B-579C-470A-8B7F-D11E517B0F3B}" type="presParOf" srcId="{6BFB364D-FDC7-4215-9DBF-CA1746E07809}" destId="{FF42CF33-8513-4109-87D0-F4B4A3F73932}" srcOrd="1" destOrd="0" presId="urn:microsoft.com/office/officeart/2005/8/layout/orgChart1"/>
    <dgm:cxn modelId="{FED004B2-110C-499D-A3AE-2F47E3A0606D}" type="presParOf" srcId="{5954AF31-4F95-49DC-B48C-3F32BF9B53AD}" destId="{5EACC6D1-58F3-4F09-88C9-F23E35C47A2A}" srcOrd="1" destOrd="0" presId="urn:microsoft.com/office/officeart/2005/8/layout/orgChart1"/>
    <dgm:cxn modelId="{A8B47D99-7BF3-4E45-AF3B-0627CD4CC786}" type="presParOf" srcId="{5EACC6D1-58F3-4F09-88C9-F23E35C47A2A}" destId="{94ACC2E8-4509-4418-9812-4C944D6703F9}" srcOrd="0" destOrd="0" presId="urn:microsoft.com/office/officeart/2005/8/layout/orgChart1"/>
    <dgm:cxn modelId="{90F70C10-D909-4EE4-A49A-297F6D07D5FF}" type="presParOf" srcId="{5EACC6D1-58F3-4F09-88C9-F23E35C47A2A}" destId="{93AEF4FD-DB59-4A0E-B51A-17D5EC1F493F}" srcOrd="1" destOrd="0" presId="urn:microsoft.com/office/officeart/2005/8/layout/orgChart1"/>
    <dgm:cxn modelId="{D31B8AF3-4B26-4466-A044-B4FB330965AC}" type="presParOf" srcId="{93AEF4FD-DB59-4A0E-B51A-17D5EC1F493F}" destId="{61925C09-7F21-405B-AF4C-6D74A3489D67}" srcOrd="0" destOrd="0" presId="urn:microsoft.com/office/officeart/2005/8/layout/orgChart1"/>
    <dgm:cxn modelId="{E949FCEC-3A7E-4E82-B72E-B5121A4F2281}" type="presParOf" srcId="{61925C09-7F21-405B-AF4C-6D74A3489D67}" destId="{86AF9AE9-C588-4F89-9C2E-6B012D1CF0F3}" srcOrd="0" destOrd="0" presId="urn:microsoft.com/office/officeart/2005/8/layout/orgChart1"/>
    <dgm:cxn modelId="{4B04F18A-1378-4B02-8D07-7FAB3D846343}" type="presParOf" srcId="{61925C09-7F21-405B-AF4C-6D74A3489D67}" destId="{F280C87A-9B0D-4E90-91F8-AED47C7D50E1}" srcOrd="1" destOrd="0" presId="urn:microsoft.com/office/officeart/2005/8/layout/orgChart1"/>
    <dgm:cxn modelId="{E428484E-0282-4A73-A15D-6EA5C98D7B02}" type="presParOf" srcId="{93AEF4FD-DB59-4A0E-B51A-17D5EC1F493F}" destId="{46037110-FC52-4198-8A0A-02DB6FE45070}" srcOrd="1" destOrd="0" presId="urn:microsoft.com/office/officeart/2005/8/layout/orgChart1"/>
    <dgm:cxn modelId="{E6B64CB1-E749-4902-9899-0F7156576EC0}" type="presParOf" srcId="{46037110-FC52-4198-8A0A-02DB6FE45070}" destId="{E112F4D0-6477-4B57-9552-CFAC129B6539}" srcOrd="0" destOrd="0" presId="urn:microsoft.com/office/officeart/2005/8/layout/orgChart1"/>
    <dgm:cxn modelId="{DB867BE8-D0D2-41C4-9DC7-5C147DB2E53B}" type="presParOf" srcId="{46037110-FC52-4198-8A0A-02DB6FE45070}" destId="{09953B9D-DC5B-4BCE-99DE-F45D40093215}" srcOrd="1" destOrd="0" presId="urn:microsoft.com/office/officeart/2005/8/layout/orgChart1"/>
    <dgm:cxn modelId="{F7BF958D-3E85-40ED-9674-84C70E9AED5C}" type="presParOf" srcId="{09953B9D-DC5B-4BCE-99DE-F45D40093215}" destId="{A2B21914-17AD-4B3C-ADC7-9CACC313BDB6}" srcOrd="0" destOrd="0" presId="urn:microsoft.com/office/officeart/2005/8/layout/orgChart1"/>
    <dgm:cxn modelId="{E38FB3D4-AB5E-4290-956A-85751DA3A48E}" type="presParOf" srcId="{A2B21914-17AD-4B3C-ADC7-9CACC313BDB6}" destId="{70F81971-9E5C-4D55-AF6F-926342025272}" srcOrd="0" destOrd="0" presId="urn:microsoft.com/office/officeart/2005/8/layout/orgChart1"/>
    <dgm:cxn modelId="{3E0FD688-913D-42D2-B6FA-FACEA10D5962}" type="presParOf" srcId="{A2B21914-17AD-4B3C-ADC7-9CACC313BDB6}" destId="{476550D3-D2E5-41DF-ADC8-67FB2EA3F908}" srcOrd="1" destOrd="0" presId="urn:microsoft.com/office/officeart/2005/8/layout/orgChart1"/>
    <dgm:cxn modelId="{0E379723-F3FD-4F15-BB5B-B795F41CD8AA}" type="presParOf" srcId="{09953B9D-DC5B-4BCE-99DE-F45D40093215}" destId="{A0DAF48E-291A-4673-890B-CE1BAC1FCEDC}" srcOrd="1" destOrd="0" presId="urn:microsoft.com/office/officeart/2005/8/layout/orgChart1"/>
    <dgm:cxn modelId="{1CD203D1-5127-415C-886E-B6FBBE30C924}" type="presParOf" srcId="{A0DAF48E-291A-4673-890B-CE1BAC1FCEDC}" destId="{EE201EF9-77A6-466A-B41B-E71052D0BB27}" srcOrd="0" destOrd="0" presId="urn:microsoft.com/office/officeart/2005/8/layout/orgChart1"/>
    <dgm:cxn modelId="{E28D748C-B61E-4B09-9A5F-DBFB75B46C06}" type="presParOf" srcId="{A0DAF48E-291A-4673-890B-CE1BAC1FCEDC}" destId="{4231AD62-A131-43BD-8321-456D2FA08820}" srcOrd="1" destOrd="0" presId="urn:microsoft.com/office/officeart/2005/8/layout/orgChart1"/>
    <dgm:cxn modelId="{F122583A-6D1F-4D3D-9536-EDDA28801C47}" type="presParOf" srcId="{4231AD62-A131-43BD-8321-456D2FA08820}" destId="{0482193B-46CD-49A7-A471-96484ABA6830}" srcOrd="0" destOrd="0" presId="urn:microsoft.com/office/officeart/2005/8/layout/orgChart1"/>
    <dgm:cxn modelId="{7069DE80-44B3-480C-B9D0-CE447DC13007}" type="presParOf" srcId="{0482193B-46CD-49A7-A471-96484ABA6830}" destId="{9BC94711-CFD7-4B45-92DA-5C16FA424718}" srcOrd="0" destOrd="0" presId="urn:microsoft.com/office/officeart/2005/8/layout/orgChart1"/>
    <dgm:cxn modelId="{8DFE7152-7C09-498D-BD45-1DDFB5B5A0A4}" type="presParOf" srcId="{0482193B-46CD-49A7-A471-96484ABA6830}" destId="{4714A3CD-F566-4C2E-A6B0-C24E236966AF}" srcOrd="1" destOrd="0" presId="urn:microsoft.com/office/officeart/2005/8/layout/orgChart1"/>
    <dgm:cxn modelId="{47F63A1C-FE59-4D5A-86A4-5B2839801DDF}" type="presParOf" srcId="{4231AD62-A131-43BD-8321-456D2FA08820}" destId="{ABD6966E-F5B9-4AED-9286-E98ACA297FF6}" srcOrd="1" destOrd="0" presId="urn:microsoft.com/office/officeart/2005/8/layout/orgChart1"/>
    <dgm:cxn modelId="{6CCBF711-21BB-40FE-987D-350750C53256}" type="presParOf" srcId="{4231AD62-A131-43BD-8321-456D2FA08820}" destId="{80BAC738-2D88-490B-8D09-160B0A5AEA74}" srcOrd="2" destOrd="0" presId="urn:microsoft.com/office/officeart/2005/8/layout/orgChart1"/>
    <dgm:cxn modelId="{4C482E1A-2893-4C37-8888-EA8674BFAD74}" type="presParOf" srcId="{09953B9D-DC5B-4BCE-99DE-F45D40093215}" destId="{43B58CF8-1454-40F2-AB37-C80EA7C76148}" srcOrd="2" destOrd="0" presId="urn:microsoft.com/office/officeart/2005/8/layout/orgChart1"/>
    <dgm:cxn modelId="{7FA54320-3CB7-4588-B2D5-6F962263983D}" type="presParOf" srcId="{46037110-FC52-4198-8A0A-02DB6FE45070}" destId="{79B4C4A1-FC60-4CAC-9D64-EF4A31054771}" srcOrd="2" destOrd="0" presId="urn:microsoft.com/office/officeart/2005/8/layout/orgChart1"/>
    <dgm:cxn modelId="{168FF894-8680-4CC4-8606-D82C33F9B629}" type="presParOf" srcId="{46037110-FC52-4198-8A0A-02DB6FE45070}" destId="{5E74ACB5-10AB-4B75-A3A8-E23340651896}" srcOrd="3" destOrd="0" presId="urn:microsoft.com/office/officeart/2005/8/layout/orgChart1"/>
    <dgm:cxn modelId="{4C1B84E9-0EE4-4DBC-B295-93DBCA30B8A9}" type="presParOf" srcId="{5E74ACB5-10AB-4B75-A3A8-E23340651896}" destId="{FB189215-A554-477C-8766-5B56788E2490}" srcOrd="0" destOrd="0" presId="urn:microsoft.com/office/officeart/2005/8/layout/orgChart1"/>
    <dgm:cxn modelId="{5307CA27-54B3-4881-8813-556D59781AFB}" type="presParOf" srcId="{FB189215-A554-477C-8766-5B56788E2490}" destId="{91D0033F-CEAB-49AB-B669-23E732E483B9}" srcOrd="0" destOrd="0" presId="urn:microsoft.com/office/officeart/2005/8/layout/orgChart1"/>
    <dgm:cxn modelId="{8787809C-C8D2-46AA-A066-959D54D29C4F}" type="presParOf" srcId="{FB189215-A554-477C-8766-5B56788E2490}" destId="{22D138A1-1E08-4D3E-B0D5-338D83BFE91E}" srcOrd="1" destOrd="0" presId="urn:microsoft.com/office/officeart/2005/8/layout/orgChart1"/>
    <dgm:cxn modelId="{5C93CB5C-AACB-4F28-A0B5-2A0C97827DF1}" type="presParOf" srcId="{5E74ACB5-10AB-4B75-A3A8-E23340651896}" destId="{D764C277-7007-420A-B76B-D6BC21E4419C}" srcOrd="1" destOrd="0" presId="urn:microsoft.com/office/officeart/2005/8/layout/orgChart1"/>
    <dgm:cxn modelId="{3965F077-CD65-42C0-8F6C-40F30B488178}" type="presParOf" srcId="{D764C277-7007-420A-B76B-D6BC21E4419C}" destId="{70303C20-5D8E-4F17-8BEF-D6383292D234}" srcOrd="0" destOrd="0" presId="urn:microsoft.com/office/officeart/2005/8/layout/orgChart1"/>
    <dgm:cxn modelId="{02DE3251-D568-4DDD-90B9-12AE49667D12}" type="presParOf" srcId="{D764C277-7007-420A-B76B-D6BC21E4419C}" destId="{B1FF520C-0D03-4AA7-B8BB-1173BC9BA4C6}" srcOrd="1" destOrd="0" presId="urn:microsoft.com/office/officeart/2005/8/layout/orgChart1"/>
    <dgm:cxn modelId="{1069B123-F21F-4CD0-8E59-6FDEC8152EE5}" type="presParOf" srcId="{B1FF520C-0D03-4AA7-B8BB-1173BC9BA4C6}" destId="{C2F90863-BA42-46F4-B841-EF658370D41D}" srcOrd="0" destOrd="0" presId="urn:microsoft.com/office/officeart/2005/8/layout/orgChart1"/>
    <dgm:cxn modelId="{7956EFA7-5854-4E37-BB8F-46CFACD7858D}" type="presParOf" srcId="{C2F90863-BA42-46F4-B841-EF658370D41D}" destId="{CD477BBA-EB9C-4313-BCDE-517AAD0DBA09}" srcOrd="0" destOrd="0" presId="urn:microsoft.com/office/officeart/2005/8/layout/orgChart1"/>
    <dgm:cxn modelId="{833D1C4E-5970-4B9A-845F-1145C73755A1}" type="presParOf" srcId="{C2F90863-BA42-46F4-B841-EF658370D41D}" destId="{0732DE45-030A-4211-AA28-8A499FEAFBEF}" srcOrd="1" destOrd="0" presId="urn:microsoft.com/office/officeart/2005/8/layout/orgChart1"/>
    <dgm:cxn modelId="{DFE4CBD2-2439-438D-9702-8F63A4DDB1C2}" type="presParOf" srcId="{B1FF520C-0D03-4AA7-B8BB-1173BC9BA4C6}" destId="{507FA374-662A-4F0B-B7D0-9378C76B3899}" srcOrd="1" destOrd="0" presId="urn:microsoft.com/office/officeart/2005/8/layout/orgChart1"/>
    <dgm:cxn modelId="{FF5D73D0-586F-44F5-92CB-9DFD839AB847}" type="presParOf" srcId="{B1FF520C-0D03-4AA7-B8BB-1173BC9BA4C6}" destId="{120DDE19-B559-4150-8FF3-9A2E4387B703}" srcOrd="2" destOrd="0" presId="urn:microsoft.com/office/officeart/2005/8/layout/orgChart1"/>
    <dgm:cxn modelId="{418F5C0A-DFDC-4D70-9CDC-DDC821FB8A9E}" type="presParOf" srcId="{D764C277-7007-420A-B76B-D6BC21E4419C}" destId="{79BC3418-7C03-4F63-8173-6F116DDAE4C2}" srcOrd="2" destOrd="0" presId="urn:microsoft.com/office/officeart/2005/8/layout/orgChart1"/>
    <dgm:cxn modelId="{35D1B092-E1F2-48E7-8314-39BE0266420D}" type="presParOf" srcId="{D764C277-7007-420A-B76B-D6BC21E4419C}" destId="{F6AA4F3D-A804-4691-9675-8C9C6E7D5009}" srcOrd="3" destOrd="0" presId="urn:microsoft.com/office/officeart/2005/8/layout/orgChart1"/>
    <dgm:cxn modelId="{96C93260-E4EC-4803-B52A-2C5CF9DB8D6C}" type="presParOf" srcId="{F6AA4F3D-A804-4691-9675-8C9C6E7D5009}" destId="{D7F4A69F-3471-4026-B474-BE06D714FB72}" srcOrd="0" destOrd="0" presId="urn:microsoft.com/office/officeart/2005/8/layout/orgChart1"/>
    <dgm:cxn modelId="{68D45B48-83C0-479D-9D42-59CDCA0908C9}" type="presParOf" srcId="{D7F4A69F-3471-4026-B474-BE06D714FB72}" destId="{1AB636E0-F696-41D8-A937-DA3FC49AADCA}" srcOrd="0" destOrd="0" presId="urn:microsoft.com/office/officeart/2005/8/layout/orgChart1"/>
    <dgm:cxn modelId="{BE7949F1-86D6-48C4-AC54-229BD8B45A87}" type="presParOf" srcId="{D7F4A69F-3471-4026-B474-BE06D714FB72}" destId="{61C123C3-4A2D-4E7F-98AE-3EE57CC1FAAE}" srcOrd="1" destOrd="0" presId="urn:microsoft.com/office/officeart/2005/8/layout/orgChart1"/>
    <dgm:cxn modelId="{C267EED2-7AE7-4921-A807-5AA9CBD39D0C}" type="presParOf" srcId="{F6AA4F3D-A804-4691-9675-8C9C6E7D5009}" destId="{43DCF1C7-331D-4473-9303-74667B86011F}" srcOrd="1" destOrd="0" presId="urn:microsoft.com/office/officeart/2005/8/layout/orgChart1"/>
    <dgm:cxn modelId="{992BF1A8-6F26-4C90-A439-4A5BDDAB25BD}" type="presParOf" srcId="{F6AA4F3D-A804-4691-9675-8C9C6E7D5009}" destId="{F73DB155-14FC-458F-ABF4-F049BCCE7BF3}" srcOrd="2" destOrd="0" presId="urn:microsoft.com/office/officeart/2005/8/layout/orgChart1"/>
    <dgm:cxn modelId="{40752BCC-D764-472F-9F92-42870693386D}" type="presParOf" srcId="{5E74ACB5-10AB-4B75-A3A8-E23340651896}" destId="{28E8042C-ED5F-4889-BDF6-AB29F7D3F898}" srcOrd="2" destOrd="0" presId="urn:microsoft.com/office/officeart/2005/8/layout/orgChart1"/>
    <dgm:cxn modelId="{C3CF25F5-97E9-4054-B4A1-815EE060FB65}" type="presParOf" srcId="{46037110-FC52-4198-8A0A-02DB6FE45070}" destId="{0BD1F280-8009-498D-A5C4-BE1844F6C40C}" srcOrd="4" destOrd="0" presId="urn:microsoft.com/office/officeart/2005/8/layout/orgChart1"/>
    <dgm:cxn modelId="{E8C7DA1E-F8B3-489F-968E-83E5DBFADF6B}" type="presParOf" srcId="{46037110-FC52-4198-8A0A-02DB6FE45070}" destId="{BC2D92DA-9B18-4D44-9D5C-475716B9D2F9}" srcOrd="5" destOrd="0" presId="urn:microsoft.com/office/officeart/2005/8/layout/orgChart1"/>
    <dgm:cxn modelId="{FF02E4B0-5935-4DDC-A289-0D0DB0B40801}" type="presParOf" srcId="{BC2D92DA-9B18-4D44-9D5C-475716B9D2F9}" destId="{3A53B815-4FA4-4DAA-B967-D146A71526D8}" srcOrd="0" destOrd="0" presId="urn:microsoft.com/office/officeart/2005/8/layout/orgChart1"/>
    <dgm:cxn modelId="{4A9FAE24-4738-4D0B-8301-E0268756CBB7}" type="presParOf" srcId="{3A53B815-4FA4-4DAA-B967-D146A71526D8}" destId="{5DB4D0F4-F1F1-4EC5-9E56-2FEE2C313A10}" srcOrd="0" destOrd="0" presId="urn:microsoft.com/office/officeart/2005/8/layout/orgChart1"/>
    <dgm:cxn modelId="{5E39119D-7A62-4290-9BE1-E898F238BBFF}" type="presParOf" srcId="{3A53B815-4FA4-4DAA-B967-D146A71526D8}" destId="{0B9156B2-9055-4226-B918-0F1D8A339CD8}" srcOrd="1" destOrd="0" presId="urn:microsoft.com/office/officeart/2005/8/layout/orgChart1"/>
    <dgm:cxn modelId="{4E1DF96B-F563-4748-847A-1454A9DC91F5}" type="presParOf" srcId="{BC2D92DA-9B18-4D44-9D5C-475716B9D2F9}" destId="{3EF1F9BB-709D-4290-B7A3-78239151779F}" srcOrd="1" destOrd="0" presId="urn:microsoft.com/office/officeart/2005/8/layout/orgChart1"/>
    <dgm:cxn modelId="{FE840465-2BE5-494B-9038-07C1872B7702}" type="presParOf" srcId="{BC2D92DA-9B18-4D44-9D5C-475716B9D2F9}" destId="{2A3F1B50-7216-4973-828D-272B7D2EB494}" srcOrd="2" destOrd="0" presId="urn:microsoft.com/office/officeart/2005/8/layout/orgChart1"/>
    <dgm:cxn modelId="{1656362A-40AA-407E-898A-919690939FCE}" type="presParOf" srcId="{93AEF4FD-DB59-4A0E-B51A-17D5EC1F493F}" destId="{564B771B-14F6-42D6-A941-BCE99E499263}" srcOrd="2" destOrd="0" presId="urn:microsoft.com/office/officeart/2005/8/layout/orgChart1"/>
    <dgm:cxn modelId="{D545F436-66D2-4E47-B53E-2C5CAC86A72E}" type="presParOf" srcId="{5EACC6D1-58F3-4F09-88C9-F23E35C47A2A}" destId="{14E3FA3B-25AD-4C6E-9C99-C650678A3EAD}" srcOrd="2" destOrd="0" presId="urn:microsoft.com/office/officeart/2005/8/layout/orgChart1"/>
    <dgm:cxn modelId="{D3B160A9-0A9E-4E8A-845C-084D367324D3}" type="presParOf" srcId="{5EACC6D1-58F3-4F09-88C9-F23E35C47A2A}" destId="{B938819D-4486-4ED2-A6FF-191F7D0CD63E}" srcOrd="3" destOrd="0" presId="urn:microsoft.com/office/officeart/2005/8/layout/orgChart1"/>
    <dgm:cxn modelId="{5EFC8A5F-70C3-4313-A41A-A6A3DD99E012}" type="presParOf" srcId="{B938819D-4486-4ED2-A6FF-191F7D0CD63E}" destId="{0009159C-5DC3-4D0B-A237-C598A5C18108}" srcOrd="0" destOrd="0" presId="urn:microsoft.com/office/officeart/2005/8/layout/orgChart1"/>
    <dgm:cxn modelId="{01E808C0-E169-4275-A6CA-9E1E9043EAEF}" type="presParOf" srcId="{0009159C-5DC3-4D0B-A237-C598A5C18108}" destId="{81E5CAE0-9990-4119-ABAD-1827B9C778D7}" srcOrd="0" destOrd="0" presId="urn:microsoft.com/office/officeart/2005/8/layout/orgChart1"/>
    <dgm:cxn modelId="{D8F1DB4A-BBEB-4787-8DC5-8EA05D64D80C}" type="presParOf" srcId="{0009159C-5DC3-4D0B-A237-C598A5C18108}" destId="{C24FFBBC-5759-40B6-B385-767D1C9A1FE6}" srcOrd="1" destOrd="0" presId="urn:microsoft.com/office/officeart/2005/8/layout/orgChart1"/>
    <dgm:cxn modelId="{E60868DC-89FC-43B3-9B99-D160229977EC}" type="presParOf" srcId="{B938819D-4486-4ED2-A6FF-191F7D0CD63E}" destId="{FD58E685-E37F-418C-A0DD-1B150C40985C}" srcOrd="1" destOrd="0" presId="urn:microsoft.com/office/officeart/2005/8/layout/orgChart1"/>
    <dgm:cxn modelId="{929FCFCB-F7C8-433B-A95F-44EE880E5C56}" type="presParOf" srcId="{FD58E685-E37F-418C-A0DD-1B150C40985C}" destId="{59D5BECE-7189-43BA-AC92-636F9B3D39E2}" srcOrd="0" destOrd="0" presId="urn:microsoft.com/office/officeart/2005/8/layout/orgChart1"/>
    <dgm:cxn modelId="{C91C9394-0E02-4DB6-9B58-FCBBAE25D8EF}" type="presParOf" srcId="{FD58E685-E37F-418C-A0DD-1B150C40985C}" destId="{03409983-2284-44A7-8D86-8E5CB8094E13}" srcOrd="1" destOrd="0" presId="urn:microsoft.com/office/officeart/2005/8/layout/orgChart1"/>
    <dgm:cxn modelId="{FA2AF864-E53B-43F1-9FA3-311469432744}" type="presParOf" srcId="{03409983-2284-44A7-8D86-8E5CB8094E13}" destId="{57EA72C9-D09B-440F-8C60-B47B296E0FD8}" srcOrd="0" destOrd="0" presId="urn:microsoft.com/office/officeart/2005/8/layout/orgChart1"/>
    <dgm:cxn modelId="{D00B241F-409D-4BB1-A97F-73636035E03E}" type="presParOf" srcId="{57EA72C9-D09B-440F-8C60-B47B296E0FD8}" destId="{D6BD273B-F5D8-474B-8140-8C6677379244}" srcOrd="0" destOrd="0" presId="urn:microsoft.com/office/officeart/2005/8/layout/orgChart1"/>
    <dgm:cxn modelId="{13D57468-CDED-409E-AE77-B71170ADE9F1}" type="presParOf" srcId="{57EA72C9-D09B-440F-8C60-B47B296E0FD8}" destId="{6D8CE02F-9361-43F9-A177-7EC427EB8C49}" srcOrd="1" destOrd="0" presId="urn:microsoft.com/office/officeart/2005/8/layout/orgChart1"/>
    <dgm:cxn modelId="{11E02126-B6DE-41AA-BA0C-E1A3B0A87E52}" type="presParOf" srcId="{03409983-2284-44A7-8D86-8E5CB8094E13}" destId="{50EE8C12-A049-454D-8EB9-B24F1C7AD417}" srcOrd="1" destOrd="0" presId="urn:microsoft.com/office/officeart/2005/8/layout/orgChart1"/>
    <dgm:cxn modelId="{7DA2A119-2891-4ECD-952E-4C7E1B53FEC2}" type="presParOf" srcId="{03409983-2284-44A7-8D86-8E5CB8094E13}" destId="{658F3773-A346-495E-9D26-A6EA49C089DD}" srcOrd="2" destOrd="0" presId="urn:microsoft.com/office/officeart/2005/8/layout/orgChart1"/>
    <dgm:cxn modelId="{E3C56F65-8002-48F5-8480-63394948A19A}" type="presParOf" srcId="{B938819D-4486-4ED2-A6FF-191F7D0CD63E}" destId="{A65FD5CA-7E22-4E8D-AB33-FE4FBF9949FB}" srcOrd="2" destOrd="0" presId="urn:microsoft.com/office/officeart/2005/8/layout/orgChart1"/>
    <dgm:cxn modelId="{5AFA04BE-AA0D-4287-8384-08BED79A8DC3}" type="presParOf" srcId="{5EACC6D1-58F3-4F09-88C9-F23E35C47A2A}" destId="{DED6902C-0400-4A3B-804D-53DD1227CFDD}" srcOrd="4" destOrd="0" presId="urn:microsoft.com/office/officeart/2005/8/layout/orgChart1"/>
    <dgm:cxn modelId="{1DF0FDCC-0A9C-4335-94D1-63B89029FAE2}" type="presParOf" srcId="{5EACC6D1-58F3-4F09-88C9-F23E35C47A2A}" destId="{CFE9A5E1-E041-498E-9E6C-03158A2EE607}" srcOrd="5" destOrd="0" presId="urn:microsoft.com/office/officeart/2005/8/layout/orgChart1"/>
    <dgm:cxn modelId="{8679297C-5ABB-4058-BA01-36C37155FA59}" type="presParOf" srcId="{CFE9A5E1-E041-498E-9E6C-03158A2EE607}" destId="{0C0ABC3A-0D8A-4691-9318-4E1B2F809E27}" srcOrd="0" destOrd="0" presId="urn:microsoft.com/office/officeart/2005/8/layout/orgChart1"/>
    <dgm:cxn modelId="{B8A539E8-E677-4086-884F-F2FC0BBB3995}" type="presParOf" srcId="{0C0ABC3A-0D8A-4691-9318-4E1B2F809E27}" destId="{97FB9641-0BC0-4146-A367-B69D590A6108}" srcOrd="0" destOrd="0" presId="urn:microsoft.com/office/officeart/2005/8/layout/orgChart1"/>
    <dgm:cxn modelId="{095F19A5-6BDC-4A2A-AA67-1A51B1CDC6C8}" type="presParOf" srcId="{0C0ABC3A-0D8A-4691-9318-4E1B2F809E27}" destId="{A3297615-38BF-4430-A580-7CB5CFAB60E9}" srcOrd="1" destOrd="0" presId="urn:microsoft.com/office/officeart/2005/8/layout/orgChart1"/>
    <dgm:cxn modelId="{5297E8F1-7F1D-48A3-B0D4-C98326D18D67}" type="presParOf" srcId="{CFE9A5E1-E041-498E-9E6C-03158A2EE607}" destId="{7AB41736-AF0A-45F6-AC3E-3E46946AA4DF}" srcOrd="1" destOrd="0" presId="urn:microsoft.com/office/officeart/2005/8/layout/orgChart1"/>
    <dgm:cxn modelId="{CA395CDE-0E68-4813-9E7A-2B4266995FFC}" type="presParOf" srcId="{7AB41736-AF0A-45F6-AC3E-3E46946AA4DF}" destId="{D566996E-2645-4951-B0F7-EC9FEB0C6B07}" srcOrd="0" destOrd="0" presId="urn:microsoft.com/office/officeart/2005/8/layout/orgChart1"/>
    <dgm:cxn modelId="{48A0AD34-64B3-4151-A098-18AD7E1AA533}" type="presParOf" srcId="{7AB41736-AF0A-45F6-AC3E-3E46946AA4DF}" destId="{AFE168A1-8574-4000-90E4-3C8101E71890}" srcOrd="1" destOrd="0" presId="urn:microsoft.com/office/officeart/2005/8/layout/orgChart1"/>
    <dgm:cxn modelId="{17CFB2B0-CCA1-421F-8883-357F4D18B4FC}" type="presParOf" srcId="{AFE168A1-8574-4000-90E4-3C8101E71890}" destId="{FE7E2A98-F9B1-4759-B5C5-19E61DD363C4}" srcOrd="0" destOrd="0" presId="urn:microsoft.com/office/officeart/2005/8/layout/orgChart1"/>
    <dgm:cxn modelId="{9D3AE0A5-9DF9-42E9-9630-5E4609142B05}" type="presParOf" srcId="{FE7E2A98-F9B1-4759-B5C5-19E61DD363C4}" destId="{B11F4E3F-5338-44E2-AE28-891AE0F5EC65}" srcOrd="0" destOrd="0" presId="urn:microsoft.com/office/officeart/2005/8/layout/orgChart1"/>
    <dgm:cxn modelId="{AB0904E8-51B2-44CB-8321-89C0BC56FDAE}" type="presParOf" srcId="{FE7E2A98-F9B1-4759-B5C5-19E61DD363C4}" destId="{A5E6F6C8-D7C0-4A9C-96B9-620059272094}" srcOrd="1" destOrd="0" presId="urn:microsoft.com/office/officeart/2005/8/layout/orgChart1"/>
    <dgm:cxn modelId="{1ACE6555-709B-40C9-A98B-FF969DD22B8A}" type="presParOf" srcId="{AFE168A1-8574-4000-90E4-3C8101E71890}" destId="{E66C5A84-E57F-46D3-BA53-B6394FBC108F}" srcOrd="1" destOrd="0" presId="urn:microsoft.com/office/officeart/2005/8/layout/orgChart1"/>
    <dgm:cxn modelId="{BCEB956D-299D-4186-B957-070FEB5C15F7}" type="presParOf" srcId="{AFE168A1-8574-4000-90E4-3C8101E71890}" destId="{8A6C33C9-E35C-45B4-A435-2B11ABC2E455}" srcOrd="2" destOrd="0" presId="urn:microsoft.com/office/officeart/2005/8/layout/orgChart1"/>
    <dgm:cxn modelId="{DCE226C4-EDDB-4FD8-B0F5-8CB7339CED9C}" type="presParOf" srcId="{7AB41736-AF0A-45F6-AC3E-3E46946AA4DF}" destId="{CDD5CC04-1CAE-4639-8D67-DB3FBC1D7E19}" srcOrd="2" destOrd="0" presId="urn:microsoft.com/office/officeart/2005/8/layout/orgChart1"/>
    <dgm:cxn modelId="{ECEA6E3B-7644-4090-A787-662F47B4402A}" type="presParOf" srcId="{7AB41736-AF0A-45F6-AC3E-3E46946AA4DF}" destId="{395E4295-076F-4D80-B18A-AB6E17536F04}" srcOrd="3" destOrd="0" presId="urn:microsoft.com/office/officeart/2005/8/layout/orgChart1"/>
    <dgm:cxn modelId="{C492087E-A08C-4151-AA23-B8CD609187FB}" type="presParOf" srcId="{395E4295-076F-4D80-B18A-AB6E17536F04}" destId="{4C7ED383-104D-4382-AC70-2AA66B37F1E4}" srcOrd="0" destOrd="0" presId="urn:microsoft.com/office/officeart/2005/8/layout/orgChart1"/>
    <dgm:cxn modelId="{FCC242A8-680C-4234-8311-9BBFC999E304}" type="presParOf" srcId="{4C7ED383-104D-4382-AC70-2AA66B37F1E4}" destId="{1A1DF27B-46B6-4981-9EE9-1340B4EF197B}" srcOrd="0" destOrd="0" presId="urn:microsoft.com/office/officeart/2005/8/layout/orgChart1"/>
    <dgm:cxn modelId="{04BD27EE-D5B3-4D9B-AB8A-472F8275F90B}" type="presParOf" srcId="{4C7ED383-104D-4382-AC70-2AA66B37F1E4}" destId="{084CBC05-F114-4555-8EF3-84397EACB224}" srcOrd="1" destOrd="0" presId="urn:microsoft.com/office/officeart/2005/8/layout/orgChart1"/>
    <dgm:cxn modelId="{5D641688-F70A-463D-9FE7-848A94B19390}" type="presParOf" srcId="{395E4295-076F-4D80-B18A-AB6E17536F04}" destId="{4EC57BB9-A574-42C4-8AB7-6558722F6F14}" srcOrd="1" destOrd="0" presId="urn:microsoft.com/office/officeart/2005/8/layout/orgChart1"/>
    <dgm:cxn modelId="{8BE34C9C-11A8-4F61-8858-0B0C394C2829}" type="presParOf" srcId="{395E4295-076F-4D80-B18A-AB6E17536F04}" destId="{3D1C2336-F6C2-4225-8AC5-AC8BE834F96C}" srcOrd="2" destOrd="0" presId="urn:microsoft.com/office/officeart/2005/8/layout/orgChart1"/>
    <dgm:cxn modelId="{B5D1E64D-8DA4-40C6-BA31-1815E3EDFF38}" type="presParOf" srcId="{7AB41736-AF0A-45F6-AC3E-3E46946AA4DF}" destId="{C2CD4994-518C-417D-BEA5-5E5427BB4B72}" srcOrd="4" destOrd="0" presId="urn:microsoft.com/office/officeart/2005/8/layout/orgChart1"/>
    <dgm:cxn modelId="{5888797E-0430-4420-808D-775CE5131760}" type="presParOf" srcId="{7AB41736-AF0A-45F6-AC3E-3E46946AA4DF}" destId="{698EFD93-BAE6-46B7-9383-0BF617B46087}" srcOrd="5" destOrd="0" presId="urn:microsoft.com/office/officeart/2005/8/layout/orgChart1"/>
    <dgm:cxn modelId="{C8184A53-4A16-4323-A658-8CD0524E7DE5}" type="presParOf" srcId="{698EFD93-BAE6-46B7-9383-0BF617B46087}" destId="{072F38E4-4742-401A-96E9-CEB2A6DD4B39}" srcOrd="0" destOrd="0" presId="urn:microsoft.com/office/officeart/2005/8/layout/orgChart1"/>
    <dgm:cxn modelId="{8B0C2900-19ED-406B-BC2B-4AF804D78DE8}" type="presParOf" srcId="{072F38E4-4742-401A-96E9-CEB2A6DD4B39}" destId="{D12533ED-6C09-4939-820A-4EC83A1F4D28}" srcOrd="0" destOrd="0" presId="urn:microsoft.com/office/officeart/2005/8/layout/orgChart1"/>
    <dgm:cxn modelId="{52913A9A-0379-4585-B30A-4E1C97F243EC}" type="presParOf" srcId="{072F38E4-4742-401A-96E9-CEB2A6DD4B39}" destId="{1B4D2A87-F176-4A25-BFE3-FF64715D00A6}" srcOrd="1" destOrd="0" presId="urn:microsoft.com/office/officeart/2005/8/layout/orgChart1"/>
    <dgm:cxn modelId="{80EFC76B-FB48-44AB-9BA5-8589143A7D59}" type="presParOf" srcId="{698EFD93-BAE6-46B7-9383-0BF617B46087}" destId="{F501D323-7B14-42EA-88CC-FD04A4341D21}" srcOrd="1" destOrd="0" presId="urn:microsoft.com/office/officeart/2005/8/layout/orgChart1"/>
    <dgm:cxn modelId="{EB101DF6-75C5-4227-B8CD-67695A50A2EE}" type="presParOf" srcId="{698EFD93-BAE6-46B7-9383-0BF617B46087}" destId="{1C34AE6A-D469-43C9-9387-E43B03152570}" srcOrd="2" destOrd="0" presId="urn:microsoft.com/office/officeart/2005/8/layout/orgChart1"/>
    <dgm:cxn modelId="{FE407CF6-4F9A-444E-9522-4B807A80F850}" type="presParOf" srcId="{7AB41736-AF0A-45F6-AC3E-3E46946AA4DF}" destId="{12C6415E-7940-4231-B41D-6FFA3BEA678A}" srcOrd="6" destOrd="0" presId="urn:microsoft.com/office/officeart/2005/8/layout/orgChart1"/>
    <dgm:cxn modelId="{8B303EED-9FA8-4AD8-A3D4-A766D04EFCF4}" type="presParOf" srcId="{7AB41736-AF0A-45F6-AC3E-3E46946AA4DF}" destId="{3969FFDF-2315-4B7A-A891-2F75ECEA721C}" srcOrd="7" destOrd="0" presId="urn:microsoft.com/office/officeart/2005/8/layout/orgChart1"/>
    <dgm:cxn modelId="{3CBE1410-CC7E-47AB-A60F-C79241EFF0CA}" type="presParOf" srcId="{3969FFDF-2315-4B7A-A891-2F75ECEA721C}" destId="{88128AC3-1204-4DE9-8B14-27614C0ED9C6}" srcOrd="0" destOrd="0" presId="urn:microsoft.com/office/officeart/2005/8/layout/orgChart1"/>
    <dgm:cxn modelId="{23946632-E384-4AFF-9C63-7416CFBA8786}" type="presParOf" srcId="{88128AC3-1204-4DE9-8B14-27614C0ED9C6}" destId="{14842F68-A27A-4E1B-B5C0-7828939F589B}" srcOrd="0" destOrd="0" presId="urn:microsoft.com/office/officeart/2005/8/layout/orgChart1"/>
    <dgm:cxn modelId="{ACE63377-7906-4318-954B-7050CEDA45DE}" type="presParOf" srcId="{88128AC3-1204-4DE9-8B14-27614C0ED9C6}" destId="{6419716A-8251-45E4-86A3-60BFF6DD9D5D}" srcOrd="1" destOrd="0" presId="urn:microsoft.com/office/officeart/2005/8/layout/orgChart1"/>
    <dgm:cxn modelId="{E74E4BD7-6B5D-4016-A392-0B59C76EC629}" type="presParOf" srcId="{3969FFDF-2315-4B7A-A891-2F75ECEA721C}" destId="{96C39B0C-B72B-434D-8C1D-F0B204B3519E}" srcOrd="1" destOrd="0" presId="urn:microsoft.com/office/officeart/2005/8/layout/orgChart1"/>
    <dgm:cxn modelId="{DC178FA9-EE9E-4437-A336-8AB10AB0BCA5}" type="presParOf" srcId="{3969FFDF-2315-4B7A-A891-2F75ECEA721C}" destId="{BCADBB15-A2B3-4B05-A4B3-9FFD3C332BC3}" srcOrd="2" destOrd="0" presId="urn:microsoft.com/office/officeart/2005/8/layout/orgChart1"/>
    <dgm:cxn modelId="{4AC8C765-9FB8-48B9-8916-34A3C19A5D9A}" type="presParOf" srcId="{CFE9A5E1-E041-498E-9E6C-03158A2EE607}" destId="{3D48548F-B496-4E39-9C31-4B82807B8985}" srcOrd="2" destOrd="0" presId="urn:microsoft.com/office/officeart/2005/8/layout/orgChart1"/>
    <dgm:cxn modelId="{84F445D3-9B7B-490A-AEEC-6D27AAB85A83}" type="presParOf" srcId="{5954AF31-4F95-49DC-B48C-3F32BF9B53AD}" destId="{AFB01384-0837-49C6-82CD-7878CC7FB919}" srcOrd="2" destOrd="0" presId="urn:microsoft.com/office/officeart/2005/8/layout/orgChart1"/>
    <dgm:cxn modelId="{200AD81F-BF3C-48B0-8722-C5CD7C123051}" type="presParOf" srcId="{83C2AC3D-A614-4535-ACB7-EB0699FCA642}" destId="{91B96EC1-00BA-4C53-8FDC-568C86735007}" srcOrd="2" destOrd="0" presId="urn:microsoft.com/office/officeart/2005/8/layout/orgChart1"/>
    <dgm:cxn modelId="{E05FC4D3-B85C-4C92-8F60-2CBDE85E57CB}" type="presParOf" srcId="{83C2AC3D-A614-4535-ACB7-EB0699FCA642}" destId="{1BD5EFD6-75EE-43A1-B65A-4241DFD89D35}" srcOrd="3" destOrd="0" presId="urn:microsoft.com/office/officeart/2005/8/layout/orgChart1"/>
    <dgm:cxn modelId="{4DA38F04-78C4-4A79-A8EE-C65E3E678305}" type="presParOf" srcId="{1BD5EFD6-75EE-43A1-B65A-4241DFD89D35}" destId="{09EF0D76-5FE1-425E-AA47-33980B737BB0}" srcOrd="0" destOrd="0" presId="urn:microsoft.com/office/officeart/2005/8/layout/orgChart1"/>
    <dgm:cxn modelId="{2AEC23D4-E5DD-4E19-91CB-2CB6C892ADC9}" type="presParOf" srcId="{09EF0D76-5FE1-425E-AA47-33980B737BB0}" destId="{18574371-0C6B-4425-A370-7E65C03C3284}" srcOrd="0" destOrd="0" presId="urn:microsoft.com/office/officeart/2005/8/layout/orgChart1"/>
    <dgm:cxn modelId="{AA652A9F-2E13-4EE4-830D-8A4EAB840EDA}" type="presParOf" srcId="{09EF0D76-5FE1-425E-AA47-33980B737BB0}" destId="{2E11B3E9-3BE6-440A-AE6C-5A2AD8D13C95}" srcOrd="1" destOrd="0" presId="urn:microsoft.com/office/officeart/2005/8/layout/orgChart1"/>
    <dgm:cxn modelId="{06782CCA-05C1-461B-8C37-BFB746DA0BB1}" type="presParOf" srcId="{1BD5EFD6-75EE-43A1-B65A-4241DFD89D35}" destId="{1531F659-D6F2-469A-A66D-65E237365467}" srcOrd="1" destOrd="0" presId="urn:microsoft.com/office/officeart/2005/8/layout/orgChart1"/>
    <dgm:cxn modelId="{9A860656-6026-4191-BF75-0B7FC774B2AF}" type="presParOf" srcId="{1BD5EFD6-75EE-43A1-B65A-4241DFD89D35}" destId="{635BB375-8D22-429E-9289-4FF057E1582D}" srcOrd="2" destOrd="0" presId="urn:microsoft.com/office/officeart/2005/8/layout/orgChart1"/>
    <dgm:cxn modelId="{76272974-80CE-4214-9C46-99D1F930D852}" type="presParOf" srcId="{83C2AC3D-A614-4535-ACB7-EB0699FCA642}" destId="{B6548F87-528F-4FC2-B95E-F05974194578}" srcOrd="4" destOrd="0" presId="urn:microsoft.com/office/officeart/2005/8/layout/orgChart1"/>
    <dgm:cxn modelId="{AE405A34-F9B1-4297-BB36-405D7324E956}" type="presParOf" srcId="{83C2AC3D-A614-4535-ACB7-EB0699FCA642}" destId="{FAEA4CCD-C0D1-4D96-AA8C-73D08BE3E832}" srcOrd="5" destOrd="0" presId="urn:microsoft.com/office/officeart/2005/8/layout/orgChart1"/>
    <dgm:cxn modelId="{02DF1C8D-1B73-4ECE-A8EF-0402B82BAE92}" type="presParOf" srcId="{FAEA4CCD-C0D1-4D96-AA8C-73D08BE3E832}" destId="{BC15F8C2-C498-4B51-BB6F-22D4918FA326}" srcOrd="0" destOrd="0" presId="urn:microsoft.com/office/officeart/2005/8/layout/orgChart1"/>
    <dgm:cxn modelId="{A4CE66EA-D9D4-4278-B623-83B090DF12BD}" type="presParOf" srcId="{BC15F8C2-C498-4B51-BB6F-22D4918FA326}" destId="{ED38BF37-405F-4B26-BD41-1EEDB8EE74E5}" srcOrd="0" destOrd="0" presId="urn:microsoft.com/office/officeart/2005/8/layout/orgChart1"/>
    <dgm:cxn modelId="{C2CC8C7B-AE9D-4A5D-97BA-43E4720A4831}" type="presParOf" srcId="{BC15F8C2-C498-4B51-BB6F-22D4918FA326}" destId="{8FB3B6FB-EA63-4FCF-B007-725F54CF9336}" srcOrd="1" destOrd="0" presId="urn:microsoft.com/office/officeart/2005/8/layout/orgChart1"/>
    <dgm:cxn modelId="{64563AAC-A69D-4F7A-A316-A3C982AFAC8B}" type="presParOf" srcId="{FAEA4CCD-C0D1-4D96-AA8C-73D08BE3E832}" destId="{3358B4C0-758A-42CC-B958-9DD5C1687720}" srcOrd="1" destOrd="0" presId="urn:microsoft.com/office/officeart/2005/8/layout/orgChart1"/>
    <dgm:cxn modelId="{806C3BDC-6C73-452C-925F-1B4C8B6AD1D3}" type="presParOf" srcId="{3358B4C0-758A-42CC-B958-9DD5C1687720}" destId="{63FC340A-6153-4B79-AD6F-4E2E40CAF1AA}" srcOrd="0" destOrd="0" presId="urn:microsoft.com/office/officeart/2005/8/layout/orgChart1"/>
    <dgm:cxn modelId="{5F125CAA-13E5-4EAF-8454-A01F202467E5}" type="presParOf" srcId="{3358B4C0-758A-42CC-B958-9DD5C1687720}" destId="{3932047A-56B0-4AC7-B5DA-002EE29D8180}" srcOrd="1" destOrd="0" presId="urn:microsoft.com/office/officeart/2005/8/layout/orgChart1"/>
    <dgm:cxn modelId="{C1F6D877-7D0C-4813-B671-F775F1C06EE9}" type="presParOf" srcId="{3932047A-56B0-4AC7-B5DA-002EE29D8180}" destId="{D28DDD83-F116-4E5F-ACBF-CCE7B7A21BDF}" srcOrd="0" destOrd="0" presId="urn:microsoft.com/office/officeart/2005/8/layout/orgChart1"/>
    <dgm:cxn modelId="{D97C5991-71F2-486E-94FD-9BF2ED6A2B7D}" type="presParOf" srcId="{D28DDD83-F116-4E5F-ACBF-CCE7B7A21BDF}" destId="{299AADA2-BC0A-467B-9498-E938734A9546}" srcOrd="0" destOrd="0" presId="urn:microsoft.com/office/officeart/2005/8/layout/orgChart1"/>
    <dgm:cxn modelId="{8D639920-75C5-4342-A632-C4A1FF281E15}" type="presParOf" srcId="{D28DDD83-F116-4E5F-ACBF-CCE7B7A21BDF}" destId="{538D30A9-0E3B-4E74-A205-AF1225DA815F}" srcOrd="1" destOrd="0" presId="urn:microsoft.com/office/officeart/2005/8/layout/orgChart1"/>
    <dgm:cxn modelId="{640096CB-9A3B-4922-9FAA-A04010EDD218}" type="presParOf" srcId="{3932047A-56B0-4AC7-B5DA-002EE29D8180}" destId="{64C8152C-24D5-4BC6-B386-BE8A54A7E9A9}" srcOrd="1" destOrd="0" presId="urn:microsoft.com/office/officeart/2005/8/layout/orgChart1"/>
    <dgm:cxn modelId="{BB82FF67-1F39-4FB8-81B0-0F5D0BAB516A}" type="presParOf" srcId="{64C8152C-24D5-4BC6-B386-BE8A54A7E9A9}" destId="{ABE8E3B2-DD53-407C-86AB-3B5E00DD10EC}" srcOrd="0" destOrd="0" presId="urn:microsoft.com/office/officeart/2005/8/layout/orgChart1"/>
    <dgm:cxn modelId="{0C949DDF-0657-4348-90F4-494440DE468A}" type="presParOf" srcId="{64C8152C-24D5-4BC6-B386-BE8A54A7E9A9}" destId="{B3DD2E2C-FCF7-44DA-B47B-26B797520AFA}" srcOrd="1" destOrd="0" presId="urn:microsoft.com/office/officeart/2005/8/layout/orgChart1"/>
    <dgm:cxn modelId="{C805978D-BB73-4F3B-A0F5-7EBBB3597313}" type="presParOf" srcId="{B3DD2E2C-FCF7-44DA-B47B-26B797520AFA}" destId="{EF3D04BE-70C5-4145-A9EB-A9B6B50A3824}" srcOrd="0" destOrd="0" presId="urn:microsoft.com/office/officeart/2005/8/layout/orgChart1"/>
    <dgm:cxn modelId="{3218AD20-4BF2-482E-9389-82AC1953E963}" type="presParOf" srcId="{EF3D04BE-70C5-4145-A9EB-A9B6B50A3824}" destId="{4A418EE1-B63F-4CC8-9B27-C7957C404BEE}" srcOrd="0" destOrd="0" presId="urn:microsoft.com/office/officeart/2005/8/layout/orgChart1"/>
    <dgm:cxn modelId="{327F8183-942E-457F-B412-6F25F7FFF56C}" type="presParOf" srcId="{EF3D04BE-70C5-4145-A9EB-A9B6B50A3824}" destId="{8A2AA940-7834-48AC-AAC5-D1BCA878DE7C}" srcOrd="1" destOrd="0" presId="urn:microsoft.com/office/officeart/2005/8/layout/orgChart1"/>
    <dgm:cxn modelId="{A175B7BC-4BE3-4DA8-8EF3-6056476A7E81}" type="presParOf" srcId="{B3DD2E2C-FCF7-44DA-B47B-26B797520AFA}" destId="{8BE1549B-10CB-4B58-891B-EE411974C67D}" srcOrd="1" destOrd="0" presId="urn:microsoft.com/office/officeart/2005/8/layout/orgChart1"/>
    <dgm:cxn modelId="{EC5C7C78-4BBB-4A27-8792-ABADA778C34B}" type="presParOf" srcId="{8BE1549B-10CB-4B58-891B-EE411974C67D}" destId="{CD9D68A6-7E26-4023-B69C-C5ABDABB80C5}" srcOrd="0" destOrd="0" presId="urn:microsoft.com/office/officeart/2005/8/layout/orgChart1"/>
    <dgm:cxn modelId="{112631FD-D31B-49A1-9DD3-6E5F6DF27E7E}" type="presParOf" srcId="{8BE1549B-10CB-4B58-891B-EE411974C67D}" destId="{7DC3705E-0255-4A66-8290-CC27CFAA2AAC}" srcOrd="1" destOrd="0" presId="urn:microsoft.com/office/officeart/2005/8/layout/orgChart1"/>
    <dgm:cxn modelId="{57EB88A1-B372-414E-A3A7-C672ACDFC1EB}" type="presParOf" srcId="{7DC3705E-0255-4A66-8290-CC27CFAA2AAC}" destId="{56B295D7-AFA3-4D96-9738-FBCADC88C1C1}" srcOrd="0" destOrd="0" presId="urn:microsoft.com/office/officeart/2005/8/layout/orgChart1"/>
    <dgm:cxn modelId="{623ECD90-740C-423D-99ED-CFB002FE047B}" type="presParOf" srcId="{56B295D7-AFA3-4D96-9738-FBCADC88C1C1}" destId="{6A075562-4C1D-43A8-AA6B-56553010A8B1}" srcOrd="0" destOrd="0" presId="urn:microsoft.com/office/officeart/2005/8/layout/orgChart1"/>
    <dgm:cxn modelId="{70494378-B8A2-4064-8B91-386B5C96F3CB}" type="presParOf" srcId="{56B295D7-AFA3-4D96-9738-FBCADC88C1C1}" destId="{94C57956-9591-4618-AA75-FE65E1E56748}" srcOrd="1" destOrd="0" presId="urn:microsoft.com/office/officeart/2005/8/layout/orgChart1"/>
    <dgm:cxn modelId="{4872EB04-16CF-4837-9C47-BBDAAEC76F52}" type="presParOf" srcId="{7DC3705E-0255-4A66-8290-CC27CFAA2AAC}" destId="{408339A2-030D-4133-B9E1-9776643E26C1}" srcOrd="1" destOrd="0" presId="urn:microsoft.com/office/officeart/2005/8/layout/orgChart1"/>
    <dgm:cxn modelId="{66E9785B-EDF0-469A-8B0A-B959A2B580F3}" type="presParOf" srcId="{408339A2-030D-4133-B9E1-9776643E26C1}" destId="{6BBE2293-1C69-47E6-A4A4-15721C795628}" srcOrd="0" destOrd="0" presId="urn:microsoft.com/office/officeart/2005/8/layout/orgChart1"/>
    <dgm:cxn modelId="{965F412E-6DEF-4D56-A2A6-4CF306EF3BF0}" type="presParOf" srcId="{408339A2-030D-4133-B9E1-9776643E26C1}" destId="{44B37D5C-785B-4A8C-9961-119EFD9A73DF}" srcOrd="1" destOrd="0" presId="urn:microsoft.com/office/officeart/2005/8/layout/orgChart1"/>
    <dgm:cxn modelId="{C18FFFBC-920B-4A4B-A5D5-BD5CB9F4192A}" type="presParOf" srcId="{44B37D5C-785B-4A8C-9961-119EFD9A73DF}" destId="{07DA9BF4-0561-436F-AF46-D9CF00F66FC2}" srcOrd="0" destOrd="0" presId="urn:microsoft.com/office/officeart/2005/8/layout/orgChart1"/>
    <dgm:cxn modelId="{035F56AD-50CD-4504-A25A-15F7076CEBCB}" type="presParOf" srcId="{07DA9BF4-0561-436F-AF46-D9CF00F66FC2}" destId="{2217F2A0-F9C7-4EEE-A8AE-1C92A8DF2BC7}" srcOrd="0" destOrd="0" presId="urn:microsoft.com/office/officeart/2005/8/layout/orgChart1"/>
    <dgm:cxn modelId="{63D6F83E-B7A8-41AD-B32A-B4E5AB89057A}" type="presParOf" srcId="{07DA9BF4-0561-436F-AF46-D9CF00F66FC2}" destId="{11B7F4BB-D387-4ABF-B72A-8F5C3C86F481}" srcOrd="1" destOrd="0" presId="urn:microsoft.com/office/officeart/2005/8/layout/orgChart1"/>
    <dgm:cxn modelId="{DD8309CE-1554-4B99-A4A0-B7332156FE4C}" type="presParOf" srcId="{44B37D5C-785B-4A8C-9961-119EFD9A73DF}" destId="{78316632-8F81-40D8-ACFA-240D6B846314}" srcOrd="1" destOrd="0" presId="urn:microsoft.com/office/officeart/2005/8/layout/orgChart1"/>
    <dgm:cxn modelId="{1F92E529-23AE-4439-AE11-A3AA4189AA99}" type="presParOf" srcId="{44B37D5C-785B-4A8C-9961-119EFD9A73DF}" destId="{740C15A5-2E33-4570-BA8D-92FB68ACFB24}" srcOrd="2" destOrd="0" presId="urn:microsoft.com/office/officeart/2005/8/layout/orgChart1"/>
    <dgm:cxn modelId="{83AEC819-0EC5-4DD4-9217-A2562B05E597}" type="presParOf" srcId="{7DC3705E-0255-4A66-8290-CC27CFAA2AAC}" destId="{B661EE95-DEB4-4300-A007-00FC45416380}" srcOrd="2" destOrd="0" presId="urn:microsoft.com/office/officeart/2005/8/layout/orgChart1"/>
    <dgm:cxn modelId="{8DCE4B31-FA6F-4DA0-86B8-DF7D94873808}" type="presParOf" srcId="{B3DD2E2C-FCF7-44DA-B47B-26B797520AFA}" destId="{3F47C979-6937-479C-AFB8-1D5F39302C56}" srcOrd="2" destOrd="0" presId="urn:microsoft.com/office/officeart/2005/8/layout/orgChart1"/>
    <dgm:cxn modelId="{1A982B44-1F6F-46C7-8C3A-F9C3F5D087E9}" type="presParOf" srcId="{3932047A-56B0-4AC7-B5DA-002EE29D8180}" destId="{6F2C1DDB-3A86-4271-9A26-05CB8FB15D89}" srcOrd="2" destOrd="0" presId="urn:microsoft.com/office/officeart/2005/8/layout/orgChart1"/>
    <dgm:cxn modelId="{2A6F9332-A411-430A-B56D-0A005D852041}" type="presParOf" srcId="{FAEA4CCD-C0D1-4D96-AA8C-73D08BE3E832}" destId="{3B270741-ECDC-40F3-82F1-B526705BE576}" srcOrd="2" destOrd="0" presId="urn:microsoft.com/office/officeart/2005/8/layout/orgChart1"/>
    <dgm:cxn modelId="{133B5A00-D670-4BA3-A114-1D4B2B11AFD8}" type="presParOf" srcId="{83C2AC3D-A614-4535-ACB7-EB0699FCA642}" destId="{2E87EDD9-EE1D-4D21-A01E-2EC2E121B783}" srcOrd="6" destOrd="0" presId="urn:microsoft.com/office/officeart/2005/8/layout/orgChart1"/>
    <dgm:cxn modelId="{5FB0233A-390F-4ED4-9A11-CE4D273ABDC1}" type="presParOf" srcId="{83C2AC3D-A614-4535-ACB7-EB0699FCA642}" destId="{ACD5C70A-FF65-4602-B937-0D8DBF547D52}" srcOrd="7" destOrd="0" presId="urn:microsoft.com/office/officeart/2005/8/layout/orgChart1"/>
    <dgm:cxn modelId="{746A12DC-F700-4FCF-A3DB-ACB5D76CC2D7}" type="presParOf" srcId="{ACD5C70A-FF65-4602-B937-0D8DBF547D52}" destId="{A5081799-BD77-4FD5-96A4-545703ECE1BD}" srcOrd="0" destOrd="0" presId="urn:microsoft.com/office/officeart/2005/8/layout/orgChart1"/>
    <dgm:cxn modelId="{99A766AB-6B38-4015-8766-C5F69BC4A579}" type="presParOf" srcId="{A5081799-BD77-4FD5-96A4-545703ECE1BD}" destId="{631922F3-CC43-4598-B411-CCF379AF0C9A}" srcOrd="0" destOrd="0" presId="urn:microsoft.com/office/officeart/2005/8/layout/orgChart1"/>
    <dgm:cxn modelId="{31726EDC-8DBB-47F7-8C47-13A80E2077BD}" type="presParOf" srcId="{A5081799-BD77-4FD5-96A4-545703ECE1BD}" destId="{5802E53E-5E51-4DB9-8307-8F6CF9766DD5}" srcOrd="1" destOrd="0" presId="urn:microsoft.com/office/officeart/2005/8/layout/orgChart1"/>
    <dgm:cxn modelId="{790E2B68-C9B7-4F5E-9671-EFBF9CFB507B}" type="presParOf" srcId="{ACD5C70A-FF65-4602-B937-0D8DBF547D52}" destId="{1332EF43-2D86-4CE9-9677-C4CA645BBEF3}" srcOrd="1" destOrd="0" presId="urn:microsoft.com/office/officeart/2005/8/layout/orgChart1"/>
    <dgm:cxn modelId="{AE879F6C-BBEB-4DB0-BB2D-44BF50C8F876}" type="presParOf" srcId="{ACD5C70A-FF65-4602-B937-0D8DBF547D52}" destId="{6B583212-E592-4F1C-B73D-E6056EC4213F}" srcOrd="2" destOrd="0" presId="urn:microsoft.com/office/officeart/2005/8/layout/orgChart1"/>
    <dgm:cxn modelId="{3C1CCC93-9C80-4CB7-A91F-A1935CA5C990}" type="presParOf" srcId="{83C2AC3D-A614-4535-ACB7-EB0699FCA642}" destId="{3CA41202-AB11-4B61-ACCE-98AFE49D20E5}" srcOrd="8" destOrd="0" presId="urn:microsoft.com/office/officeart/2005/8/layout/orgChart1"/>
    <dgm:cxn modelId="{D97C7708-22C7-410E-A4A8-25BFF8FBB693}" type="presParOf" srcId="{83C2AC3D-A614-4535-ACB7-EB0699FCA642}" destId="{1C597A01-96BB-44C9-B8FB-EDB991D207CF}" srcOrd="9" destOrd="0" presId="urn:microsoft.com/office/officeart/2005/8/layout/orgChart1"/>
    <dgm:cxn modelId="{6879D29E-8F44-4FE9-8A57-BBBA81998E55}" type="presParOf" srcId="{1C597A01-96BB-44C9-B8FB-EDB991D207CF}" destId="{B690908A-130B-48FC-8B4D-56C2D652606B}" srcOrd="0" destOrd="0" presId="urn:microsoft.com/office/officeart/2005/8/layout/orgChart1"/>
    <dgm:cxn modelId="{3C614660-F395-4244-93FE-6275058CB4C7}" type="presParOf" srcId="{B690908A-130B-48FC-8B4D-56C2D652606B}" destId="{04ACEB55-6364-45AF-87CD-4452A7C1C0AE}" srcOrd="0" destOrd="0" presId="urn:microsoft.com/office/officeart/2005/8/layout/orgChart1"/>
    <dgm:cxn modelId="{4777FF3A-348A-4861-BBD2-7AADAC9E09AD}" type="presParOf" srcId="{B690908A-130B-48FC-8B4D-56C2D652606B}" destId="{1C53459E-3546-4643-AEC3-58731DD83B75}" srcOrd="1" destOrd="0" presId="urn:microsoft.com/office/officeart/2005/8/layout/orgChart1"/>
    <dgm:cxn modelId="{B23E7759-3EF4-4CEB-AE48-D5B427E07FF6}" type="presParOf" srcId="{1C597A01-96BB-44C9-B8FB-EDB991D207CF}" destId="{C54DBFBE-AEDA-458C-BF3E-FD0E8D2DE489}" srcOrd="1" destOrd="0" presId="urn:microsoft.com/office/officeart/2005/8/layout/orgChart1"/>
    <dgm:cxn modelId="{BA4E9615-63C1-4952-9A27-BF3BE84CF034}" type="presParOf" srcId="{C54DBFBE-AEDA-458C-BF3E-FD0E8D2DE489}" destId="{136CB636-91C5-477E-98C4-02C80A6BF1FE}" srcOrd="0" destOrd="0" presId="urn:microsoft.com/office/officeart/2005/8/layout/orgChart1"/>
    <dgm:cxn modelId="{65A34CB6-6295-44FE-80F4-42C7452E70E6}" type="presParOf" srcId="{C54DBFBE-AEDA-458C-BF3E-FD0E8D2DE489}" destId="{87251934-FB39-4157-838E-5EB0513AEC6E}" srcOrd="1" destOrd="0" presId="urn:microsoft.com/office/officeart/2005/8/layout/orgChart1"/>
    <dgm:cxn modelId="{2C044991-21B0-4665-A42E-A54F6F3A01D8}" type="presParOf" srcId="{87251934-FB39-4157-838E-5EB0513AEC6E}" destId="{A3615F08-A71D-4858-BA25-DDBB0870C359}" srcOrd="0" destOrd="0" presId="urn:microsoft.com/office/officeart/2005/8/layout/orgChart1"/>
    <dgm:cxn modelId="{7A4F4845-7507-4893-B563-284074ED5E9B}" type="presParOf" srcId="{A3615F08-A71D-4858-BA25-DDBB0870C359}" destId="{3788693D-EEFA-49E7-88F9-784650279262}" srcOrd="0" destOrd="0" presId="urn:microsoft.com/office/officeart/2005/8/layout/orgChart1"/>
    <dgm:cxn modelId="{F7773A77-24C2-4F46-A801-5E05504232C6}" type="presParOf" srcId="{A3615F08-A71D-4858-BA25-DDBB0870C359}" destId="{B5D664A7-FE85-4981-B49D-15D1B7604537}" srcOrd="1" destOrd="0" presId="urn:microsoft.com/office/officeart/2005/8/layout/orgChart1"/>
    <dgm:cxn modelId="{62E25264-0E4C-4F2A-8DBC-1B5BDAC0EDE5}" type="presParOf" srcId="{87251934-FB39-4157-838E-5EB0513AEC6E}" destId="{CA9539B5-2B92-400A-8900-2B883902D09F}" srcOrd="1" destOrd="0" presId="urn:microsoft.com/office/officeart/2005/8/layout/orgChart1"/>
    <dgm:cxn modelId="{46EF54E5-8657-4615-8325-4BD0FF68A2E3}" type="presParOf" srcId="{CA9539B5-2B92-400A-8900-2B883902D09F}" destId="{3F1A253F-C767-4CC3-AB9D-5D0305FC116D}" srcOrd="0" destOrd="0" presId="urn:microsoft.com/office/officeart/2005/8/layout/orgChart1"/>
    <dgm:cxn modelId="{F7110B72-94C9-49BF-81D9-8C5174337F1E}" type="presParOf" srcId="{CA9539B5-2B92-400A-8900-2B883902D09F}" destId="{0694A711-D805-4EF2-965A-F294D284C49F}" srcOrd="1" destOrd="0" presId="urn:microsoft.com/office/officeart/2005/8/layout/orgChart1"/>
    <dgm:cxn modelId="{986C1BFE-4360-4CD5-9139-D14307FC7D1F}" type="presParOf" srcId="{0694A711-D805-4EF2-965A-F294D284C49F}" destId="{D3BB1273-523D-48AE-A283-0C26F675F2E0}" srcOrd="0" destOrd="0" presId="urn:microsoft.com/office/officeart/2005/8/layout/orgChart1"/>
    <dgm:cxn modelId="{B1DABD23-1E57-4F03-8DDA-1ABF24E2115A}" type="presParOf" srcId="{D3BB1273-523D-48AE-A283-0C26F675F2E0}" destId="{AE4D590B-5B7B-4F17-93D5-BB58965730CD}" srcOrd="0" destOrd="0" presId="urn:microsoft.com/office/officeart/2005/8/layout/orgChart1"/>
    <dgm:cxn modelId="{6BCA41D8-28BB-4247-906D-88CD09CD724C}" type="presParOf" srcId="{D3BB1273-523D-48AE-A283-0C26F675F2E0}" destId="{DF14686B-E219-48B7-A0B5-4479012EB274}" srcOrd="1" destOrd="0" presId="urn:microsoft.com/office/officeart/2005/8/layout/orgChart1"/>
    <dgm:cxn modelId="{0F1C6558-FCA1-490F-A54E-809F2950205E}" type="presParOf" srcId="{0694A711-D805-4EF2-965A-F294D284C49F}" destId="{A793BE68-04C3-4D5D-8920-2273087762DC}" srcOrd="1" destOrd="0" presId="urn:microsoft.com/office/officeart/2005/8/layout/orgChart1"/>
    <dgm:cxn modelId="{7DAD9930-E3DA-4EB8-BA39-D99CD900622C}" type="presParOf" srcId="{0694A711-D805-4EF2-965A-F294D284C49F}" destId="{B7E9730C-F71D-4344-8070-3C371C0DA9CB}" srcOrd="2" destOrd="0" presId="urn:microsoft.com/office/officeart/2005/8/layout/orgChart1"/>
    <dgm:cxn modelId="{B9622404-2CF9-43C6-8C70-EA638EE3EAF2}" type="presParOf" srcId="{CA9539B5-2B92-400A-8900-2B883902D09F}" destId="{F1636DB4-E550-4CB0-9F27-C39A8754998E}" srcOrd="2" destOrd="0" presId="urn:microsoft.com/office/officeart/2005/8/layout/orgChart1"/>
    <dgm:cxn modelId="{810F59C0-6C76-4F95-95C5-F4E36C134C11}" type="presParOf" srcId="{CA9539B5-2B92-400A-8900-2B883902D09F}" destId="{850796F1-50C4-450D-B564-D43A6A40C2D1}" srcOrd="3" destOrd="0" presId="urn:microsoft.com/office/officeart/2005/8/layout/orgChart1"/>
    <dgm:cxn modelId="{3CE79972-7ED2-4402-A3EA-F43A9D7BAE56}" type="presParOf" srcId="{850796F1-50C4-450D-B564-D43A6A40C2D1}" destId="{0623EA16-3A8B-4B85-BB6D-F6074318D0C0}" srcOrd="0" destOrd="0" presId="urn:microsoft.com/office/officeart/2005/8/layout/orgChart1"/>
    <dgm:cxn modelId="{1B11954E-B9DB-4324-967A-22FD90DDE283}" type="presParOf" srcId="{0623EA16-3A8B-4B85-BB6D-F6074318D0C0}" destId="{0E6762D8-0A4D-4193-898B-5B216B2B781E}" srcOrd="0" destOrd="0" presId="urn:microsoft.com/office/officeart/2005/8/layout/orgChart1"/>
    <dgm:cxn modelId="{D3EC8FAF-0B62-4CF0-9E4C-7196209EC59D}" type="presParOf" srcId="{0623EA16-3A8B-4B85-BB6D-F6074318D0C0}" destId="{C80BBE50-7AFB-423D-A5EF-86900231185C}" srcOrd="1" destOrd="0" presId="urn:microsoft.com/office/officeart/2005/8/layout/orgChart1"/>
    <dgm:cxn modelId="{742A0321-7EBA-4787-A2C2-D4CA15156043}" type="presParOf" srcId="{850796F1-50C4-450D-B564-D43A6A40C2D1}" destId="{1AE4C20B-255F-4EFE-B52E-24ADEACE8ADC}" srcOrd="1" destOrd="0" presId="urn:microsoft.com/office/officeart/2005/8/layout/orgChart1"/>
    <dgm:cxn modelId="{D7BD02F4-26CF-4E2B-A244-EDCA3011893F}" type="presParOf" srcId="{850796F1-50C4-450D-B564-D43A6A40C2D1}" destId="{36E51470-0392-4513-9387-E92FC3097D94}" srcOrd="2" destOrd="0" presId="urn:microsoft.com/office/officeart/2005/8/layout/orgChart1"/>
    <dgm:cxn modelId="{30CC4276-A665-464A-858A-7211F19519EB}" type="presParOf" srcId="{CA9539B5-2B92-400A-8900-2B883902D09F}" destId="{B81E3D9E-D455-4B37-9461-09D21D022AE9}" srcOrd="4" destOrd="0" presId="urn:microsoft.com/office/officeart/2005/8/layout/orgChart1"/>
    <dgm:cxn modelId="{F05EDB87-E720-41F3-A57F-FBD71064393B}" type="presParOf" srcId="{CA9539B5-2B92-400A-8900-2B883902D09F}" destId="{9076FA98-FCBE-49BF-8CBC-02320BB9EB55}" srcOrd="5" destOrd="0" presId="urn:microsoft.com/office/officeart/2005/8/layout/orgChart1"/>
    <dgm:cxn modelId="{73967EE2-C2C6-4042-B103-56CB7F4A63FA}" type="presParOf" srcId="{9076FA98-FCBE-49BF-8CBC-02320BB9EB55}" destId="{F87BBF90-F1C4-4E01-BD26-8125E9EF2A11}" srcOrd="0" destOrd="0" presId="urn:microsoft.com/office/officeart/2005/8/layout/orgChart1"/>
    <dgm:cxn modelId="{517A3FB7-E5AD-4E5D-9CBD-DB27CF17C04E}" type="presParOf" srcId="{F87BBF90-F1C4-4E01-BD26-8125E9EF2A11}" destId="{3366EE59-6D32-4DBB-BC92-A1B5D777ECBB}" srcOrd="0" destOrd="0" presId="urn:microsoft.com/office/officeart/2005/8/layout/orgChart1"/>
    <dgm:cxn modelId="{D875532C-8CF1-43D3-B52B-A4226F89DF64}" type="presParOf" srcId="{F87BBF90-F1C4-4E01-BD26-8125E9EF2A11}" destId="{052BA2F5-4FC0-4716-9E3D-E96DB23232DD}" srcOrd="1" destOrd="0" presId="urn:microsoft.com/office/officeart/2005/8/layout/orgChart1"/>
    <dgm:cxn modelId="{6E4CFE94-7A99-41B4-9E27-C42D593BAB02}" type="presParOf" srcId="{9076FA98-FCBE-49BF-8CBC-02320BB9EB55}" destId="{D1A87EF3-354E-49B2-9168-403AFA7EDA42}" srcOrd="1" destOrd="0" presId="urn:microsoft.com/office/officeart/2005/8/layout/orgChart1"/>
    <dgm:cxn modelId="{B3CB2FDD-E62A-4FA7-9ECF-5B56918672BC}" type="presParOf" srcId="{9076FA98-FCBE-49BF-8CBC-02320BB9EB55}" destId="{03100D88-71CD-46C0-B14E-837B49761317}" srcOrd="2" destOrd="0" presId="urn:microsoft.com/office/officeart/2005/8/layout/orgChart1"/>
    <dgm:cxn modelId="{8C99A710-A20E-4DC1-8478-71752DA96F8F}" type="presParOf" srcId="{87251934-FB39-4157-838E-5EB0513AEC6E}" destId="{37E209B6-1BA1-4C94-AEC3-46AA25841C35}" srcOrd="2" destOrd="0" presId="urn:microsoft.com/office/officeart/2005/8/layout/orgChart1"/>
    <dgm:cxn modelId="{7BEA26A5-0D7C-40A7-B3E1-527DA3A1A5D6}" type="presParOf" srcId="{C54DBFBE-AEDA-458C-BF3E-FD0E8D2DE489}" destId="{B098EB27-3673-46B5-B69C-664C032A468A}" srcOrd="2" destOrd="0" presId="urn:microsoft.com/office/officeart/2005/8/layout/orgChart1"/>
    <dgm:cxn modelId="{7B4E1A4D-88C6-4386-B1B7-957FBA7029F0}" type="presParOf" srcId="{C54DBFBE-AEDA-458C-BF3E-FD0E8D2DE489}" destId="{B07CF859-139F-4AEE-9C4F-E07AE0DFC005}" srcOrd="3" destOrd="0" presId="urn:microsoft.com/office/officeart/2005/8/layout/orgChart1"/>
    <dgm:cxn modelId="{49B7A0A3-9B77-449F-AAB9-119BF4AE3FC1}" type="presParOf" srcId="{B07CF859-139F-4AEE-9C4F-E07AE0DFC005}" destId="{0C97E354-B488-4340-8289-B402C97C7FFD}" srcOrd="0" destOrd="0" presId="urn:microsoft.com/office/officeart/2005/8/layout/orgChart1"/>
    <dgm:cxn modelId="{4C4D2DE0-F699-4C58-AB7B-0DBEDFCB8863}" type="presParOf" srcId="{0C97E354-B488-4340-8289-B402C97C7FFD}" destId="{98567316-5C05-4313-80D9-D028806AC8D4}" srcOrd="0" destOrd="0" presId="urn:microsoft.com/office/officeart/2005/8/layout/orgChart1"/>
    <dgm:cxn modelId="{39C849F3-3550-4012-9C77-1553CE2B5723}" type="presParOf" srcId="{0C97E354-B488-4340-8289-B402C97C7FFD}" destId="{C76006C0-12C9-483B-80D2-49088A52E019}" srcOrd="1" destOrd="0" presId="urn:microsoft.com/office/officeart/2005/8/layout/orgChart1"/>
    <dgm:cxn modelId="{B23425B3-733C-4F91-B4E6-9259C3A33803}" type="presParOf" srcId="{B07CF859-139F-4AEE-9C4F-E07AE0DFC005}" destId="{E736BAA5-FF9C-4B05-BD6F-956DC36B6C24}" srcOrd="1" destOrd="0" presId="urn:microsoft.com/office/officeart/2005/8/layout/orgChart1"/>
    <dgm:cxn modelId="{2EE29F39-4C08-4435-AF7F-1296BCE34E43}" type="presParOf" srcId="{E736BAA5-FF9C-4B05-BD6F-956DC36B6C24}" destId="{900D81D3-3C4B-4A0B-8AA8-8807809EE3BC}" srcOrd="0" destOrd="0" presId="urn:microsoft.com/office/officeart/2005/8/layout/orgChart1"/>
    <dgm:cxn modelId="{245162EA-52F6-4157-8E0E-2A8E940DEB70}" type="presParOf" srcId="{E736BAA5-FF9C-4B05-BD6F-956DC36B6C24}" destId="{900C0B32-9C9F-42B3-B410-75A8F1EFAA24}" srcOrd="1" destOrd="0" presId="urn:microsoft.com/office/officeart/2005/8/layout/orgChart1"/>
    <dgm:cxn modelId="{125FDA70-86C6-499D-AF6E-C4C0E86EDCFB}" type="presParOf" srcId="{900C0B32-9C9F-42B3-B410-75A8F1EFAA24}" destId="{FE62FED7-8D21-460C-AFB6-4887E6405FF9}" srcOrd="0" destOrd="0" presId="urn:microsoft.com/office/officeart/2005/8/layout/orgChart1"/>
    <dgm:cxn modelId="{086E93AD-3292-4457-BEAE-9F04D3563E4F}" type="presParOf" srcId="{FE62FED7-8D21-460C-AFB6-4887E6405FF9}" destId="{5717D034-2143-4261-8CA8-FEC0BC681BBD}" srcOrd="0" destOrd="0" presId="urn:microsoft.com/office/officeart/2005/8/layout/orgChart1"/>
    <dgm:cxn modelId="{C29B9547-49F8-4EF6-BE36-BD7DDE450ED0}" type="presParOf" srcId="{FE62FED7-8D21-460C-AFB6-4887E6405FF9}" destId="{7CB85E09-9392-4783-B516-16BA35948EF5}" srcOrd="1" destOrd="0" presId="urn:microsoft.com/office/officeart/2005/8/layout/orgChart1"/>
    <dgm:cxn modelId="{8872446B-FF53-42B0-8DE8-DD9B520D3070}" type="presParOf" srcId="{900C0B32-9C9F-42B3-B410-75A8F1EFAA24}" destId="{E7B449FC-45C0-415A-8786-AFFBC4FF8631}" srcOrd="1" destOrd="0" presId="urn:microsoft.com/office/officeart/2005/8/layout/orgChart1"/>
    <dgm:cxn modelId="{B4D01856-3527-430D-B4C4-3578381B2DD0}" type="presParOf" srcId="{E7B449FC-45C0-415A-8786-AFFBC4FF8631}" destId="{BA8BF6F1-0AEE-445F-9A5A-046A183A36D0}" srcOrd="0" destOrd="0" presId="urn:microsoft.com/office/officeart/2005/8/layout/orgChart1"/>
    <dgm:cxn modelId="{7482528A-419A-4EF4-8008-E8B45A9190F7}" type="presParOf" srcId="{E7B449FC-45C0-415A-8786-AFFBC4FF8631}" destId="{B2A92172-C5D7-4F1D-8047-B64E66A78BD3}" srcOrd="1" destOrd="0" presId="urn:microsoft.com/office/officeart/2005/8/layout/orgChart1"/>
    <dgm:cxn modelId="{E06CA35C-DF25-492F-976E-56EF150C6AD1}" type="presParOf" srcId="{B2A92172-C5D7-4F1D-8047-B64E66A78BD3}" destId="{618A9CDC-CA90-4B88-87D7-4A2348D022E5}" srcOrd="0" destOrd="0" presId="urn:microsoft.com/office/officeart/2005/8/layout/orgChart1"/>
    <dgm:cxn modelId="{C0FC31D0-1739-4642-B46E-C270FC8721DF}" type="presParOf" srcId="{618A9CDC-CA90-4B88-87D7-4A2348D022E5}" destId="{FA19EE92-6F59-476D-A028-BC6780C67E85}" srcOrd="0" destOrd="0" presId="urn:microsoft.com/office/officeart/2005/8/layout/orgChart1"/>
    <dgm:cxn modelId="{5EABE27A-5CD4-4325-B856-80FEE7730586}" type="presParOf" srcId="{618A9CDC-CA90-4B88-87D7-4A2348D022E5}" destId="{5B560163-E806-4F36-8854-A40C22966929}" srcOrd="1" destOrd="0" presId="urn:microsoft.com/office/officeart/2005/8/layout/orgChart1"/>
    <dgm:cxn modelId="{9FC2A6AB-75CF-44FB-AEEA-5CC13A759A8E}" type="presParOf" srcId="{B2A92172-C5D7-4F1D-8047-B64E66A78BD3}" destId="{DC23E7BD-3BFD-4E7E-A6AC-45AA1C91AD96}" srcOrd="1" destOrd="0" presId="urn:microsoft.com/office/officeart/2005/8/layout/orgChart1"/>
    <dgm:cxn modelId="{30199807-D530-4AE6-932A-27F95205112E}" type="presParOf" srcId="{B2A92172-C5D7-4F1D-8047-B64E66A78BD3}" destId="{92B58243-2690-4843-8290-A63ABE7C683B}" srcOrd="2" destOrd="0" presId="urn:microsoft.com/office/officeart/2005/8/layout/orgChart1"/>
    <dgm:cxn modelId="{337E3CAB-37B5-458F-B6E4-8CFBFBAC6D47}" type="presParOf" srcId="{E7B449FC-45C0-415A-8786-AFFBC4FF8631}" destId="{E619AC44-91BB-4CFD-9CF4-27373BF4355F}" srcOrd="2" destOrd="0" presId="urn:microsoft.com/office/officeart/2005/8/layout/orgChart1"/>
    <dgm:cxn modelId="{DEBF8717-F762-4B34-BDD6-B2F36A5B612C}" type="presParOf" srcId="{E7B449FC-45C0-415A-8786-AFFBC4FF8631}" destId="{A1BBD526-6836-49B8-BD0B-1A416F070222}" srcOrd="3" destOrd="0" presId="urn:microsoft.com/office/officeart/2005/8/layout/orgChart1"/>
    <dgm:cxn modelId="{9929F31A-4AA7-4E31-A01C-4F9A1313FAC9}" type="presParOf" srcId="{A1BBD526-6836-49B8-BD0B-1A416F070222}" destId="{307B1AA9-3C0B-4A8D-95C4-2B25886641EE}" srcOrd="0" destOrd="0" presId="urn:microsoft.com/office/officeart/2005/8/layout/orgChart1"/>
    <dgm:cxn modelId="{51971E87-8C98-423E-9625-6C730A7A3652}" type="presParOf" srcId="{307B1AA9-3C0B-4A8D-95C4-2B25886641EE}" destId="{15AFEBCF-1FFB-4C09-94E1-E2DAD6B7A7DD}" srcOrd="0" destOrd="0" presId="urn:microsoft.com/office/officeart/2005/8/layout/orgChart1"/>
    <dgm:cxn modelId="{D0E1BE8A-EF7E-4AD1-91D1-E8531B95539A}" type="presParOf" srcId="{307B1AA9-3C0B-4A8D-95C4-2B25886641EE}" destId="{74F4A7BF-5416-4964-B8E2-106B3CEEB165}" srcOrd="1" destOrd="0" presId="urn:microsoft.com/office/officeart/2005/8/layout/orgChart1"/>
    <dgm:cxn modelId="{8F23B042-F2E7-4300-B1C9-ED6BEE4464AB}" type="presParOf" srcId="{A1BBD526-6836-49B8-BD0B-1A416F070222}" destId="{74A09688-A0E6-4A71-B415-344EBBDA25A3}" srcOrd="1" destOrd="0" presId="urn:microsoft.com/office/officeart/2005/8/layout/orgChart1"/>
    <dgm:cxn modelId="{74F82AE6-D4BF-490F-BE5A-B4325599DFAD}" type="presParOf" srcId="{A1BBD526-6836-49B8-BD0B-1A416F070222}" destId="{796766D2-F4FF-4F78-9429-56473AEFD132}" srcOrd="2" destOrd="0" presId="urn:microsoft.com/office/officeart/2005/8/layout/orgChart1"/>
    <dgm:cxn modelId="{AB8A9459-56CB-4765-A43F-66219A818C8D}" type="presParOf" srcId="{900C0B32-9C9F-42B3-B410-75A8F1EFAA24}" destId="{BACB6357-A27F-4404-BC18-565B4EDE4799}" srcOrd="2" destOrd="0" presId="urn:microsoft.com/office/officeart/2005/8/layout/orgChart1"/>
    <dgm:cxn modelId="{085C02B6-66CC-4533-8A6C-6B1B5C46EE07}" type="presParOf" srcId="{E736BAA5-FF9C-4B05-BD6F-956DC36B6C24}" destId="{5EC4E750-B033-4DBD-AFAD-53DEB7878335}" srcOrd="2" destOrd="0" presId="urn:microsoft.com/office/officeart/2005/8/layout/orgChart1"/>
    <dgm:cxn modelId="{FCDFFB2E-B4BE-44E6-A777-09FD60FC0773}" type="presParOf" srcId="{E736BAA5-FF9C-4B05-BD6F-956DC36B6C24}" destId="{E3DCAC00-BC45-47E7-BE77-67CC7C10A86F}" srcOrd="3" destOrd="0" presId="urn:microsoft.com/office/officeart/2005/8/layout/orgChart1"/>
    <dgm:cxn modelId="{AAF30B80-4569-465F-8D19-63656D5B3A60}" type="presParOf" srcId="{E3DCAC00-BC45-47E7-BE77-67CC7C10A86F}" destId="{4F46E791-A0BE-4C2F-9C45-F546259C672B}" srcOrd="0" destOrd="0" presId="urn:microsoft.com/office/officeart/2005/8/layout/orgChart1"/>
    <dgm:cxn modelId="{51CDCB34-D5B3-4725-96FB-6BBB8CA1E530}" type="presParOf" srcId="{4F46E791-A0BE-4C2F-9C45-F546259C672B}" destId="{B6AA67CD-690C-4160-A0CD-CA01DF08CD1A}" srcOrd="0" destOrd="0" presId="urn:microsoft.com/office/officeart/2005/8/layout/orgChart1"/>
    <dgm:cxn modelId="{BE11C88D-94DB-4521-B610-B32431D942C4}" type="presParOf" srcId="{4F46E791-A0BE-4C2F-9C45-F546259C672B}" destId="{D26F7693-9BC1-40AB-90BA-42A98FACDE64}" srcOrd="1" destOrd="0" presId="urn:microsoft.com/office/officeart/2005/8/layout/orgChart1"/>
    <dgm:cxn modelId="{F6851B70-CC62-469E-9488-A2B0C6A3BA5C}" type="presParOf" srcId="{E3DCAC00-BC45-47E7-BE77-67CC7C10A86F}" destId="{4481FE76-3EF8-420A-8A1A-897540E96809}" srcOrd="1" destOrd="0" presId="urn:microsoft.com/office/officeart/2005/8/layout/orgChart1"/>
    <dgm:cxn modelId="{5E12B50D-4576-4B9E-832E-BC3AF20BA432}" type="presParOf" srcId="{4481FE76-3EF8-420A-8A1A-897540E96809}" destId="{97492AD3-B018-4154-9987-B486A6F2FD7D}" srcOrd="0" destOrd="0" presId="urn:microsoft.com/office/officeart/2005/8/layout/orgChart1"/>
    <dgm:cxn modelId="{B5FBE575-47FB-42EB-94B3-2CFC7143B83D}" type="presParOf" srcId="{4481FE76-3EF8-420A-8A1A-897540E96809}" destId="{ABDFA1D8-807C-48F4-A964-13DDA31B9696}" srcOrd="1" destOrd="0" presId="urn:microsoft.com/office/officeart/2005/8/layout/orgChart1"/>
    <dgm:cxn modelId="{C079A4D5-18A4-4225-AB51-CB524DA449EE}" type="presParOf" srcId="{ABDFA1D8-807C-48F4-A964-13DDA31B9696}" destId="{7D028C2A-3D8C-41C9-AACC-3EB9965ABC5B}" srcOrd="0" destOrd="0" presId="urn:microsoft.com/office/officeart/2005/8/layout/orgChart1"/>
    <dgm:cxn modelId="{EB84F90A-AAFD-459D-B898-C99143DEAABA}" type="presParOf" srcId="{7D028C2A-3D8C-41C9-AACC-3EB9965ABC5B}" destId="{773D6458-B2E3-48FD-A3F4-1453CD28EE3F}" srcOrd="0" destOrd="0" presId="urn:microsoft.com/office/officeart/2005/8/layout/orgChart1"/>
    <dgm:cxn modelId="{A77648A3-C10E-4B34-9BAB-7A3DC84C61BE}" type="presParOf" srcId="{7D028C2A-3D8C-41C9-AACC-3EB9965ABC5B}" destId="{66C3CD91-1F8A-44C6-B191-DB5BD215EDEA}" srcOrd="1" destOrd="0" presId="urn:microsoft.com/office/officeart/2005/8/layout/orgChart1"/>
    <dgm:cxn modelId="{C5866213-3199-4EA8-91B1-1BEF33E37FD2}" type="presParOf" srcId="{ABDFA1D8-807C-48F4-A964-13DDA31B9696}" destId="{59F38F7F-33BE-45D6-A197-6A0C109CDD83}" srcOrd="1" destOrd="0" presId="urn:microsoft.com/office/officeart/2005/8/layout/orgChart1"/>
    <dgm:cxn modelId="{469A232F-8068-4C08-A940-C22758C08921}" type="presParOf" srcId="{ABDFA1D8-807C-48F4-A964-13DDA31B9696}" destId="{586C1AE4-A048-4240-8D58-7469C63AB2C1}" srcOrd="2" destOrd="0" presId="urn:microsoft.com/office/officeart/2005/8/layout/orgChart1"/>
    <dgm:cxn modelId="{FCC45D83-12D9-435D-9F46-5A549547E2D3}" type="presParOf" srcId="{4481FE76-3EF8-420A-8A1A-897540E96809}" destId="{FAF0578B-E1F4-4758-8EBA-06B2377BFB3E}" srcOrd="2" destOrd="0" presId="urn:microsoft.com/office/officeart/2005/8/layout/orgChart1"/>
    <dgm:cxn modelId="{86933276-EFE5-4905-A3F8-993F3F08D799}" type="presParOf" srcId="{4481FE76-3EF8-420A-8A1A-897540E96809}" destId="{6568E25D-9CBB-4701-9DA4-946604691FB0}" srcOrd="3" destOrd="0" presId="urn:microsoft.com/office/officeart/2005/8/layout/orgChart1"/>
    <dgm:cxn modelId="{17F05876-30CF-4C36-81EB-E6BC6787054E}" type="presParOf" srcId="{6568E25D-9CBB-4701-9DA4-946604691FB0}" destId="{F44C40F9-CF85-465C-A8FF-0D106C6A8CB8}" srcOrd="0" destOrd="0" presId="urn:microsoft.com/office/officeart/2005/8/layout/orgChart1"/>
    <dgm:cxn modelId="{2B6BA10B-EB75-45EF-A57C-C58107F3315C}" type="presParOf" srcId="{F44C40F9-CF85-465C-A8FF-0D106C6A8CB8}" destId="{CCC17D2A-6688-4395-B5C1-5696145DFDC6}" srcOrd="0" destOrd="0" presId="urn:microsoft.com/office/officeart/2005/8/layout/orgChart1"/>
    <dgm:cxn modelId="{6BCD7818-FECC-404A-BADD-17078D5971F3}" type="presParOf" srcId="{F44C40F9-CF85-465C-A8FF-0D106C6A8CB8}" destId="{0FA1A0FE-B021-4B0D-920D-F8A9F93CE36A}" srcOrd="1" destOrd="0" presId="urn:microsoft.com/office/officeart/2005/8/layout/orgChart1"/>
    <dgm:cxn modelId="{4BD308F3-7943-45F4-A663-0521C07E1270}" type="presParOf" srcId="{6568E25D-9CBB-4701-9DA4-946604691FB0}" destId="{2EB79FC3-768E-49DA-A8EE-595368F2A6E9}" srcOrd="1" destOrd="0" presId="urn:microsoft.com/office/officeart/2005/8/layout/orgChart1"/>
    <dgm:cxn modelId="{B240F274-7C22-403F-88EA-FA627FAD870A}" type="presParOf" srcId="{6568E25D-9CBB-4701-9DA4-946604691FB0}" destId="{77D03059-0DA4-4E6E-9DEF-FF81A9BA8996}" srcOrd="2" destOrd="0" presId="urn:microsoft.com/office/officeart/2005/8/layout/orgChart1"/>
    <dgm:cxn modelId="{6B618614-B3D0-4F39-AE8C-78C583133E15}" type="presParOf" srcId="{E3DCAC00-BC45-47E7-BE77-67CC7C10A86F}" destId="{0D317A7D-756C-4D09-91E9-520B100F11C2}" srcOrd="2" destOrd="0" presId="urn:microsoft.com/office/officeart/2005/8/layout/orgChart1"/>
    <dgm:cxn modelId="{6F61BDA4-3E0B-4125-8F2C-D2996486AA25}" type="presParOf" srcId="{E736BAA5-FF9C-4B05-BD6F-956DC36B6C24}" destId="{FF548CAB-23A2-4007-8CF9-D0416A63747C}" srcOrd="4" destOrd="0" presId="urn:microsoft.com/office/officeart/2005/8/layout/orgChart1"/>
    <dgm:cxn modelId="{659A2F7D-FAEC-43F6-B97E-1F9D54092330}" type="presParOf" srcId="{E736BAA5-FF9C-4B05-BD6F-956DC36B6C24}" destId="{75ADFFC6-B6F4-46C7-A8BC-7BD17EC5EC0C}" srcOrd="5" destOrd="0" presId="urn:microsoft.com/office/officeart/2005/8/layout/orgChart1"/>
    <dgm:cxn modelId="{C79E7887-845F-4C6B-A398-6FF91CF75E0E}" type="presParOf" srcId="{75ADFFC6-B6F4-46C7-A8BC-7BD17EC5EC0C}" destId="{F944C368-E432-4D9F-81A3-BF9659FCAA26}" srcOrd="0" destOrd="0" presId="urn:microsoft.com/office/officeart/2005/8/layout/orgChart1"/>
    <dgm:cxn modelId="{40FC801A-CAB3-4BB6-B706-15FB5893134E}" type="presParOf" srcId="{F944C368-E432-4D9F-81A3-BF9659FCAA26}" destId="{F3D6D0C9-C795-4C26-B9F4-CF69CAC293CC}" srcOrd="0" destOrd="0" presId="urn:microsoft.com/office/officeart/2005/8/layout/orgChart1"/>
    <dgm:cxn modelId="{BC21422E-EE86-4FB1-A0B8-DCDAD851F266}" type="presParOf" srcId="{F944C368-E432-4D9F-81A3-BF9659FCAA26}" destId="{38668544-8E4B-41B5-9DCE-8FF5B54686E0}" srcOrd="1" destOrd="0" presId="urn:microsoft.com/office/officeart/2005/8/layout/orgChart1"/>
    <dgm:cxn modelId="{88C40595-CFDF-4F12-A646-B299AAB4F5E9}" type="presParOf" srcId="{75ADFFC6-B6F4-46C7-A8BC-7BD17EC5EC0C}" destId="{4CC367AC-90B8-47F2-B1BD-2DBF33267EC0}" srcOrd="1" destOrd="0" presId="urn:microsoft.com/office/officeart/2005/8/layout/orgChart1"/>
    <dgm:cxn modelId="{E8B0A072-A82D-4299-A58C-C09AFCDA360F}" type="presParOf" srcId="{4CC367AC-90B8-47F2-B1BD-2DBF33267EC0}" destId="{35A08F79-B4E3-4ADE-BE16-2ED98823813D}" srcOrd="0" destOrd="0" presId="urn:microsoft.com/office/officeart/2005/8/layout/orgChart1"/>
    <dgm:cxn modelId="{9270655A-2FA1-4961-A9A7-2810E90AE58E}" type="presParOf" srcId="{4CC367AC-90B8-47F2-B1BD-2DBF33267EC0}" destId="{7CC28B57-AB63-4D42-8EE4-59C75BACF946}" srcOrd="1" destOrd="0" presId="urn:microsoft.com/office/officeart/2005/8/layout/orgChart1"/>
    <dgm:cxn modelId="{176B1923-4F43-4D22-A731-D24A142EA168}" type="presParOf" srcId="{7CC28B57-AB63-4D42-8EE4-59C75BACF946}" destId="{5E51F887-24B7-40A3-8A5F-5256067FB59A}" srcOrd="0" destOrd="0" presId="urn:microsoft.com/office/officeart/2005/8/layout/orgChart1"/>
    <dgm:cxn modelId="{67E73617-8E59-4798-B59E-8D41568D50E5}" type="presParOf" srcId="{5E51F887-24B7-40A3-8A5F-5256067FB59A}" destId="{8B7332A2-0426-4902-A12F-83A5C4858759}" srcOrd="0" destOrd="0" presId="urn:microsoft.com/office/officeart/2005/8/layout/orgChart1"/>
    <dgm:cxn modelId="{73B1A7A5-FC35-4E2F-B3CF-48D0DA5EE746}" type="presParOf" srcId="{5E51F887-24B7-40A3-8A5F-5256067FB59A}" destId="{550468E3-4D16-42B7-9773-1283BEF2967B}" srcOrd="1" destOrd="0" presId="urn:microsoft.com/office/officeart/2005/8/layout/orgChart1"/>
    <dgm:cxn modelId="{F0DE347E-7F0C-4FE3-99AD-D2CD119ED5B8}" type="presParOf" srcId="{7CC28B57-AB63-4D42-8EE4-59C75BACF946}" destId="{774D6F7A-42A8-429B-82F6-B134F2202435}" srcOrd="1" destOrd="0" presId="urn:microsoft.com/office/officeart/2005/8/layout/orgChart1"/>
    <dgm:cxn modelId="{0249171E-AD4C-4844-95AD-D7405749A046}" type="presParOf" srcId="{7CC28B57-AB63-4D42-8EE4-59C75BACF946}" destId="{E4D117D3-F464-4548-9A42-A5F8A3B64B06}" srcOrd="2" destOrd="0" presId="urn:microsoft.com/office/officeart/2005/8/layout/orgChart1"/>
    <dgm:cxn modelId="{9C7B65C5-B022-48B4-8B2B-F2EE1EF0382E}" type="presParOf" srcId="{4CC367AC-90B8-47F2-B1BD-2DBF33267EC0}" destId="{EBFD9E77-859F-4AAC-8F9F-1FD16A233A86}" srcOrd="2" destOrd="0" presId="urn:microsoft.com/office/officeart/2005/8/layout/orgChart1"/>
    <dgm:cxn modelId="{21ACE362-BFDB-4E42-9DF6-537DFD6D6CE2}" type="presParOf" srcId="{4CC367AC-90B8-47F2-B1BD-2DBF33267EC0}" destId="{FFF9239C-D975-44A5-8E00-E4DBF88497AD}" srcOrd="3" destOrd="0" presId="urn:microsoft.com/office/officeart/2005/8/layout/orgChart1"/>
    <dgm:cxn modelId="{4C430B7F-AF52-4CE4-B0D4-1557D8C8FAB5}" type="presParOf" srcId="{FFF9239C-D975-44A5-8E00-E4DBF88497AD}" destId="{EE746872-5AC8-46AD-AC18-0634A5649BB1}" srcOrd="0" destOrd="0" presId="urn:microsoft.com/office/officeart/2005/8/layout/orgChart1"/>
    <dgm:cxn modelId="{308018CF-6253-4ACF-996C-7D3911257F5F}" type="presParOf" srcId="{EE746872-5AC8-46AD-AC18-0634A5649BB1}" destId="{F3A463A2-13A1-4A72-A658-60980F02D41F}" srcOrd="0" destOrd="0" presId="urn:microsoft.com/office/officeart/2005/8/layout/orgChart1"/>
    <dgm:cxn modelId="{6D6D3516-BEAE-40ED-AC19-BCE574C538D6}" type="presParOf" srcId="{EE746872-5AC8-46AD-AC18-0634A5649BB1}" destId="{338EF644-C98A-46EC-AE0A-CD28BA145162}" srcOrd="1" destOrd="0" presId="urn:microsoft.com/office/officeart/2005/8/layout/orgChart1"/>
    <dgm:cxn modelId="{5B00F8B4-FB4A-4D16-8B06-A50BD2213F04}" type="presParOf" srcId="{FFF9239C-D975-44A5-8E00-E4DBF88497AD}" destId="{1759930C-E42D-4CB1-9E27-F846D0339678}" srcOrd="1" destOrd="0" presId="urn:microsoft.com/office/officeart/2005/8/layout/orgChart1"/>
    <dgm:cxn modelId="{0736C6F7-203B-4D0F-AD99-49636B5B5188}" type="presParOf" srcId="{FFF9239C-D975-44A5-8E00-E4DBF88497AD}" destId="{3A8F4BCF-F610-413F-9E32-FE27C797C23F}" srcOrd="2" destOrd="0" presId="urn:microsoft.com/office/officeart/2005/8/layout/orgChart1"/>
    <dgm:cxn modelId="{4F08B69B-77A5-4DD4-9EDE-573C523D1AAB}" type="presParOf" srcId="{75ADFFC6-B6F4-46C7-A8BC-7BD17EC5EC0C}" destId="{CC6E65E6-BBC7-416E-8CC5-AAB7AABEF5C7}" srcOrd="2" destOrd="0" presId="urn:microsoft.com/office/officeart/2005/8/layout/orgChart1"/>
    <dgm:cxn modelId="{6EB9C33A-D7E2-4B5E-B83E-410878EB2BF2}" type="presParOf" srcId="{B07CF859-139F-4AEE-9C4F-E07AE0DFC005}" destId="{6E2B9C65-9EF5-4E2B-A5A2-53B1588E5FDF}" srcOrd="2" destOrd="0" presId="urn:microsoft.com/office/officeart/2005/8/layout/orgChart1"/>
    <dgm:cxn modelId="{190D158D-0C92-418D-9353-E375A4CFA614}" type="presParOf" srcId="{C54DBFBE-AEDA-458C-BF3E-FD0E8D2DE489}" destId="{02FDF1E5-FD51-42C1-A4BD-B8EA1135130F}" srcOrd="4" destOrd="0" presId="urn:microsoft.com/office/officeart/2005/8/layout/orgChart1"/>
    <dgm:cxn modelId="{9969C5CB-EE32-45CE-9312-0F14362FB7EE}" type="presParOf" srcId="{C54DBFBE-AEDA-458C-BF3E-FD0E8D2DE489}" destId="{A913EAA9-0603-4045-91A8-F5D38257B8D0}" srcOrd="5" destOrd="0" presId="urn:microsoft.com/office/officeart/2005/8/layout/orgChart1"/>
    <dgm:cxn modelId="{96FB1B4A-920D-4E7F-9F12-04876144C175}" type="presParOf" srcId="{A913EAA9-0603-4045-91A8-F5D38257B8D0}" destId="{AB49CEAE-5FAC-4CC1-98DF-20152F578944}" srcOrd="0" destOrd="0" presId="urn:microsoft.com/office/officeart/2005/8/layout/orgChart1"/>
    <dgm:cxn modelId="{C59DEF4C-F272-4251-B4F5-54F4D2882D87}" type="presParOf" srcId="{AB49CEAE-5FAC-4CC1-98DF-20152F578944}" destId="{AFB22754-0875-4F3F-BF88-BBD83305365F}" srcOrd="0" destOrd="0" presId="urn:microsoft.com/office/officeart/2005/8/layout/orgChart1"/>
    <dgm:cxn modelId="{9A275A8A-B1FC-4F53-ADE0-FD7C2E3CE33F}" type="presParOf" srcId="{AB49CEAE-5FAC-4CC1-98DF-20152F578944}" destId="{D56E5BFA-D44C-4DE7-885C-9756AA78DE6B}" srcOrd="1" destOrd="0" presId="urn:microsoft.com/office/officeart/2005/8/layout/orgChart1"/>
    <dgm:cxn modelId="{29DA480D-77CC-4CBD-BB23-6EFCAE5B0887}" type="presParOf" srcId="{A913EAA9-0603-4045-91A8-F5D38257B8D0}" destId="{4AA76764-1D6F-4B2B-857C-D162E3603C35}" srcOrd="1" destOrd="0" presId="urn:microsoft.com/office/officeart/2005/8/layout/orgChart1"/>
    <dgm:cxn modelId="{7AC0FA0A-8ADD-43F1-80C7-4CBD700C4C5B}" type="presParOf" srcId="{4AA76764-1D6F-4B2B-857C-D162E3603C35}" destId="{C7F4E8D6-43DB-494A-B0F1-9421194B392C}" srcOrd="0" destOrd="0" presId="urn:microsoft.com/office/officeart/2005/8/layout/orgChart1"/>
    <dgm:cxn modelId="{211375F2-DF67-456F-A98A-D54C36D555E3}" type="presParOf" srcId="{4AA76764-1D6F-4B2B-857C-D162E3603C35}" destId="{D3524A4E-EE90-470A-BA94-C0397DF4E2FF}" srcOrd="1" destOrd="0" presId="urn:microsoft.com/office/officeart/2005/8/layout/orgChart1"/>
    <dgm:cxn modelId="{CBE4805B-3165-4D56-A6F0-507AEF9CD423}" type="presParOf" srcId="{D3524A4E-EE90-470A-BA94-C0397DF4E2FF}" destId="{7526C2ED-8894-4816-A8FC-2B81E0B8CC01}" srcOrd="0" destOrd="0" presId="urn:microsoft.com/office/officeart/2005/8/layout/orgChart1"/>
    <dgm:cxn modelId="{43A43CF9-C858-4763-A065-6B4FF1CEC350}" type="presParOf" srcId="{7526C2ED-8894-4816-A8FC-2B81E0B8CC01}" destId="{E3B2E801-768C-4A6F-9ACA-255158F52D70}" srcOrd="0" destOrd="0" presId="urn:microsoft.com/office/officeart/2005/8/layout/orgChart1"/>
    <dgm:cxn modelId="{7C3AE560-3D0B-4B67-9141-9D91F1FCA7B9}" type="presParOf" srcId="{7526C2ED-8894-4816-A8FC-2B81E0B8CC01}" destId="{F9443F68-9042-496C-A4FC-32C0EE3A18E8}" srcOrd="1" destOrd="0" presId="urn:microsoft.com/office/officeart/2005/8/layout/orgChart1"/>
    <dgm:cxn modelId="{9AABBB22-5B80-41CA-9BFC-C6994BB4B3A5}" type="presParOf" srcId="{D3524A4E-EE90-470A-BA94-C0397DF4E2FF}" destId="{34199F1E-B853-4AAD-8D54-E2AD3FBE242C}" srcOrd="1" destOrd="0" presId="urn:microsoft.com/office/officeart/2005/8/layout/orgChart1"/>
    <dgm:cxn modelId="{65D5631A-501A-4984-BA96-9916EEDD9798}" type="presParOf" srcId="{D3524A4E-EE90-470A-BA94-C0397DF4E2FF}" destId="{A1160827-7FE2-4C5E-8EB4-DD88B7D1B1E6}" srcOrd="2" destOrd="0" presId="urn:microsoft.com/office/officeart/2005/8/layout/orgChart1"/>
    <dgm:cxn modelId="{D22DADF7-EF7D-42BD-976E-7885E8C1101E}" type="presParOf" srcId="{4AA76764-1D6F-4B2B-857C-D162E3603C35}" destId="{D982D20F-24E0-41AC-BBB3-E17169A7B4DE}" srcOrd="2" destOrd="0" presId="urn:microsoft.com/office/officeart/2005/8/layout/orgChart1"/>
    <dgm:cxn modelId="{699951FA-05E6-4353-AB72-BC16981A626C}" type="presParOf" srcId="{4AA76764-1D6F-4B2B-857C-D162E3603C35}" destId="{FE099089-E485-4B91-9BD7-19435E7E60ED}" srcOrd="3" destOrd="0" presId="urn:microsoft.com/office/officeart/2005/8/layout/orgChart1"/>
    <dgm:cxn modelId="{6B975A58-C0C0-452B-9089-2ECCCABF4598}" type="presParOf" srcId="{FE099089-E485-4B91-9BD7-19435E7E60ED}" destId="{87816BBE-2E37-4686-A62D-09BCD484A3EF}" srcOrd="0" destOrd="0" presId="urn:microsoft.com/office/officeart/2005/8/layout/orgChart1"/>
    <dgm:cxn modelId="{010D920F-E054-44EC-BFCF-D55D00E23342}" type="presParOf" srcId="{87816BBE-2E37-4686-A62D-09BCD484A3EF}" destId="{FAEC4AC0-E791-4077-A239-B85B722E852C}" srcOrd="0" destOrd="0" presId="urn:microsoft.com/office/officeart/2005/8/layout/orgChart1"/>
    <dgm:cxn modelId="{303743C6-580C-4553-9452-CB1A7AED5A79}" type="presParOf" srcId="{87816BBE-2E37-4686-A62D-09BCD484A3EF}" destId="{5CF8EEE8-7351-484F-A8DB-11FB45CD11F2}" srcOrd="1" destOrd="0" presId="urn:microsoft.com/office/officeart/2005/8/layout/orgChart1"/>
    <dgm:cxn modelId="{8742542D-6B5B-4A14-A0C9-10BF930A96E3}" type="presParOf" srcId="{FE099089-E485-4B91-9BD7-19435E7E60ED}" destId="{F095096A-AAED-4BFD-A7C9-CA8EE4C8811D}" srcOrd="1" destOrd="0" presId="urn:microsoft.com/office/officeart/2005/8/layout/orgChart1"/>
    <dgm:cxn modelId="{EA69267D-221A-4152-885D-B50A7FFDDD2F}" type="presParOf" srcId="{FE099089-E485-4B91-9BD7-19435E7E60ED}" destId="{C1762810-D612-4102-8272-B02AEE32834B}" srcOrd="2" destOrd="0" presId="urn:microsoft.com/office/officeart/2005/8/layout/orgChart1"/>
    <dgm:cxn modelId="{929AA834-6C35-4B73-B87C-CC17DA98421B}" type="presParOf" srcId="{4AA76764-1D6F-4B2B-857C-D162E3603C35}" destId="{7053912F-1AE9-4772-A487-113B5C6C2F6F}" srcOrd="4" destOrd="0" presId="urn:microsoft.com/office/officeart/2005/8/layout/orgChart1"/>
    <dgm:cxn modelId="{CF0DF26D-06A1-4542-9FB4-266B1BCC0224}" type="presParOf" srcId="{4AA76764-1D6F-4B2B-857C-D162E3603C35}" destId="{6CDECAD7-8212-46A2-8CB8-3BDEFEBE2C3D}" srcOrd="5" destOrd="0" presId="urn:microsoft.com/office/officeart/2005/8/layout/orgChart1"/>
    <dgm:cxn modelId="{5B9AAAF0-A07C-405D-9B41-88136D19737A}" type="presParOf" srcId="{6CDECAD7-8212-46A2-8CB8-3BDEFEBE2C3D}" destId="{10611DC1-253C-415E-9494-2284A83297E4}" srcOrd="0" destOrd="0" presId="urn:microsoft.com/office/officeart/2005/8/layout/orgChart1"/>
    <dgm:cxn modelId="{8BA5F310-3ACF-446D-BD91-36FC227D5E29}" type="presParOf" srcId="{10611DC1-253C-415E-9494-2284A83297E4}" destId="{FA1BB25C-A53B-4D1E-A020-5F163933E40D}" srcOrd="0" destOrd="0" presId="urn:microsoft.com/office/officeart/2005/8/layout/orgChart1"/>
    <dgm:cxn modelId="{E58A1106-9647-4FEE-993C-6CE0CAA335D4}" type="presParOf" srcId="{10611DC1-253C-415E-9494-2284A83297E4}" destId="{B8C7FB9E-2A99-42DC-8133-58A8E4866F50}" srcOrd="1" destOrd="0" presId="urn:microsoft.com/office/officeart/2005/8/layout/orgChart1"/>
    <dgm:cxn modelId="{F99DFA0D-C5B6-4145-B58B-1817EFA1C89D}" type="presParOf" srcId="{6CDECAD7-8212-46A2-8CB8-3BDEFEBE2C3D}" destId="{FBAA39A6-B68E-4993-B08C-CA1BA0F1704A}" srcOrd="1" destOrd="0" presId="urn:microsoft.com/office/officeart/2005/8/layout/orgChart1"/>
    <dgm:cxn modelId="{29DA1A7E-2FC6-48A3-88A0-66F0EBFB8EFF}" type="presParOf" srcId="{6CDECAD7-8212-46A2-8CB8-3BDEFEBE2C3D}" destId="{A7653F2E-0761-4BB1-AD11-48EDB76F6B41}" srcOrd="2" destOrd="0" presId="urn:microsoft.com/office/officeart/2005/8/layout/orgChart1"/>
    <dgm:cxn modelId="{9280C6C8-9F34-4E90-8C5B-2F9E4FA685ED}" type="presParOf" srcId="{4AA76764-1D6F-4B2B-857C-D162E3603C35}" destId="{04AAE3EE-95E7-4FD2-B49D-CDC636039E80}" srcOrd="6" destOrd="0" presId="urn:microsoft.com/office/officeart/2005/8/layout/orgChart1"/>
    <dgm:cxn modelId="{608FB85E-8328-43AB-91B0-2622F71B3F29}" type="presParOf" srcId="{4AA76764-1D6F-4B2B-857C-D162E3603C35}" destId="{1F0D8D94-C205-4449-8273-9D089859ABB2}" srcOrd="7" destOrd="0" presId="urn:microsoft.com/office/officeart/2005/8/layout/orgChart1"/>
    <dgm:cxn modelId="{4D05BAF1-4327-4EC6-8E27-46FCDC5087C8}" type="presParOf" srcId="{1F0D8D94-C205-4449-8273-9D089859ABB2}" destId="{0208DD45-BA72-47AA-9AED-62C652E1E317}" srcOrd="0" destOrd="0" presId="urn:microsoft.com/office/officeart/2005/8/layout/orgChart1"/>
    <dgm:cxn modelId="{6FB02632-7DE0-412C-B88B-9591F4827790}" type="presParOf" srcId="{0208DD45-BA72-47AA-9AED-62C652E1E317}" destId="{8DF99D86-A391-471B-99E6-B74BEF18F42C}" srcOrd="0" destOrd="0" presId="urn:microsoft.com/office/officeart/2005/8/layout/orgChart1"/>
    <dgm:cxn modelId="{DE4FD5E5-F112-49B0-B867-D9E12B358490}" type="presParOf" srcId="{0208DD45-BA72-47AA-9AED-62C652E1E317}" destId="{FEA721A1-B71F-4809-B7B3-72804B9E6A09}" srcOrd="1" destOrd="0" presId="urn:microsoft.com/office/officeart/2005/8/layout/orgChart1"/>
    <dgm:cxn modelId="{4A948E38-8112-444E-B7DD-F015C0E2F8D6}" type="presParOf" srcId="{1F0D8D94-C205-4449-8273-9D089859ABB2}" destId="{7BEB7111-A9FA-4842-B7BA-27C052E0BA7E}" srcOrd="1" destOrd="0" presId="urn:microsoft.com/office/officeart/2005/8/layout/orgChart1"/>
    <dgm:cxn modelId="{12B0D31A-E305-4D3D-BA47-12B06CA450A2}" type="presParOf" srcId="{1F0D8D94-C205-4449-8273-9D089859ABB2}" destId="{A45E57BB-E80C-4180-8F10-8C3A495564CF}" srcOrd="2" destOrd="0" presId="urn:microsoft.com/office/officeart/2005/8/layout/orgChart1"/>
    <dgm:cxn modelId="{CD3E5F5C-E5A3-4CD8-998F-40C1D39D1FC7}" type="presParOf" srcId="{A913EAA9-0603-4045-91A8-F5D38257B8D0}" destId="{AC1E2BCF-B42F-4E5F-A740-872B9222C494}" srcOrd="2" destOrd="0" presId="urn:microsoft.com/office/officeart/2005/8/layout/orgChart1"/>
    <dgm:cxn modelId="{3B5FD11B-4154-4853-85FB-C748A31DD9CF}" type="presParOf" srcId="{1C597A01-96BB-44C9-B8FB-EDB991D207CF}" destId="{EAF28586-29F4-4268-AC44-44212F3BAFDE}" srcOrd="2" destOrd="0" presId="urn:microsoft.com/office/officeart/2005/8/layout/orgChart1"/>
    <dgm:cxn modelId="{5AB8C957-3AFA-41BE-8B4C-8B416E199337}" type="presParOf" srcId="{FBA8C917-CBDF-433B-BFD3-41B56E708A94}" destId="{79C91DC6-137A-41C3-A9CC-E77D61A1B876}" srcOrd="2" destOrd="0" presId="urn:microsoft.com/office/officeart/2005/8/layout/orgChart1"/>
  </dgm:cxnLst>
  <dgm:bg/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AE3EE-95E7-4FD2-B49D-CDC636039E80}">
      <dsp:nvSpPr>
        <dsp:cNvPr id="0" name=""/>
        <dsp:cNvSpPr/>
      </dsp:nvSpPr>
      <dsp:spPr>
        <a:xfrm>
          <a:off x="11157039" y="2882943"/>
          <a:ext cx="134363" cy="23200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0016"/>
              </a:lnTo>
              <a:lnTo>
                <a:pt x="134363" y="232001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53912F-1AE9-4772-A487-113B5C6C2F6F}">
      <dsp:nvSpPr>
        <dsp:cNvPr id="0" name=""/>
        <dsp:cNvSpPr/>
      </dsp:nvSpPr>
      <dsp:spPr>
        <a:xfrm>
          <a:off x="11157039" y="2882943"/>
          <a:ext cx="134363" cy="1684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027"/>
              </a:lnTo>
              <a:lnTo>
                <a:pt x="134363" y="16840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2D20F-24E0-41AC-BBB3-E17169A7B4DE}">
      <dsp:nvSpPr>
        <dsp:cNvPr id="0" name=""/>
        <dsp:cNvSpPr/>
      </dsp:nvSpPr>
      <dsp:spPr>
        <a:xfrm>
          <a:off x="11157039" y="2882943"/>
          <a:ext cx="134363" cy="1048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038"/>
              </a:lnTo>
              <a:lnTo>
                <a:pt x="134363" y="10480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4E8D6-43DB-494A-B0F1-9421194B392C}">
      <dsp:nvSpPr>
        <dsp:cNvPr id="0" name=""/>
        <dsp:cNvSpPr/>
      </dsp:nvSpPr>
      <dsp:spPr>
        <a:xfrm>
          <a:off x="11157039" y="2882943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FDF1E5-FD51-42C1-A4BD-B8EA1135130F}">
      <dsp:nvSpPr>
        <dsp:cNvPr id="0" name=""/>
        <dsp:cNvSpPr/>
      </dsp:nvSpPr>
      <dsp:spPr>
        <a:xfrm>
          <a:off x="9235636" y="2246954"/>
          <a:ext cx="2279707" cy="188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54"/>
              </a:lnTo>
              <a:lnTo>
                <a:pt x="2279707" y="94054"/>
              </a:lnTo>
              <a:lnTo>
                <a:pt x="2279707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D9E77-859F-4AAC-8F9F-1FD16A233A86}">
      <dsp:nvSpPr>
        <dsp:cNvPr id="0" name=""/>
        <dsp:cNvSpPr/>
      </dsp:nvSpPr>
      <dsp:spPr>
        <a:xfrm>
          <a:off x="10073171" y="3518932"/>
          <a:ext cx="134363" cy="1048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038"/>
              </a:lnTo>
              <a:lnTo>
                <a:pt x="134363" y="10480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A08F79-B4E3-4ADE-BE16-2ED98823813D}">
      <dsp:nvSpPr>
        <dsp:cNvPr id="0" name=""/>
        <dsp:cNvSpPr/>
      </dsp:nvSpPr>
      <dsp:spPr>
        <a:xfrm>
          <a:off x="10073171" y="3518932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548CAB-23A2-4007-8CF9-D0416A63747C}">
      <dsp:nvSpPr>
        <dsp:cNvPr id="0" name=""/>
        <dsp:cNvSpPr/>
      </dsp:nvSpPr>
      <dsp:spPr>
        <a:xfrm>
          <a:off x="9347606" y="2882943"/>
          <a:ext cx="1083868" cy="188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54"/>
              </a:lnTo>
              <a:lnTo>
                <a:pt x="1083868" y="94054"/>
              </a:lnTo>
              <a:lnTo>
                <a:pt x="1083868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F0578B-E1F4-4758-8EBA-06B2377BFB3E}">
      <dsp:nvSpPr>
        <dsp:cNvPr id="0" name=""/>
        <dsp:cNvSpPr/>
      </dsp:nvSpPr>
      <dsp:spPr>
        <a:xfrm>
          <a:off x="8989302" y="3518932"/>
          <a:ext cx="134363" cy="14830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3012"/>
              </a:lnTo>
              <a:lnTo>
                <a:pt x="134363" y="14830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92AD3-B018-4154-9987-B486A6F2FD7D}">
      <dsp:nvSpPr>
        <dsp:cNvPr id="0" name=""/>
        <dsp:cNvSpPr/>
      </dsp:nvSpPr>
      <dsp:spPr>
        <a:xfrm>
          <a:off x="8989302" y="3518932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C4E750-B033-4DBD-AFAD-53DEB7878335}">
      <dsp:nvSpPr>
        <dsp:cNvPr id="0" name=""/>
        <dsp:cNvSpPr/>
      </dsp:nvSpPr>
      <dsp:spPr>
        <a:xfrm>
          <a:off x="9301886" y="2882943"/>
          <a:ext cx="91440" cy="1881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19AC44-91BB-4CFD-9CF4-27373BF4355F}">
      <dsp:nvSpPr>
        <dsp:cNvPr id="0" name=""/>
        <dsp:cNvSpPr/>
      </dsp:nvSpPr>
      <dsp:spPr>
        <a:xfrm>
          <a:off x="7905433" y="3518932"/>
          <a:ext cx="134363" cy="167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72418"/>
              </a:lnTo>
              <a:lnTo>
                <a:pt x="134363" y="167241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8BF6F1-0AEE-445F-9A5A-046A183A36D0}">
      <dsp:nvSpPr>
        <dsp:cNvPr id="0" name=""/>
        <dsp:cNvSpPr/>
      </dsp:nvSpPr>
      <dsp:spPr>
        <a:xfrm>
          <a:off x="7905433" y="3518932"/>
          <a:ext cx="134363" cy="6467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6724"/>
              </a:lnTo>
              <a:lnTo>
                <a:pt x="134363" y="6467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0D81D3-3C4B-4A0B-8AA8-8807809EE3BC}">
      <dsp:nvSpPr>
        <dsp:cNvPr id="0" name=""/>
        <dsp:cNvSpPr/>
      </dsp:nvSpPr>
      <dsp:spPr>
        <a:xfrm>
          <a:off x="8263737" y="2882943"/>
          <a:ext cx="1083868" cy="188109"/>
        </a:xfrm>
        <a:custGeom>
          <a:avLst/>
          <a:gdLst/>
          <a:ahLst/>
          <a:cxnLst/>
          <a:rect l="0" t="0" r="0" b="0"/>
          <a:pathLst>
            <a:path>
              <a:moveTo>
                <a:pt x="1083868" y="0"/>
              </a:moveTo>
              <a:lnTo>
                <a:pt x="1083868" y="94054"/>
              </a:lnTo>
              <a:lnTo>
                <a:pt x="0" y="94054"/>
              </a:lnTo>
              <a:lnTo>
                <a:pt x="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98EB27-3673-46B5-B69C-664C032A468A}">
      <dsp:nvSpPr>
        <dsp:cNvPr id="0" name=""/>
        <dsp:cNvSpPr/>
      </dsp:nvSpPr>
      <dsp:spPr>
        <a:xfrm>
          <a:off x="9235636" y="2246954"/>
          <a:ext cx="111969" cy="188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54"/>
              </a:lnTo>
              <a:lnTo>
                <a:pt x="111969" y="94054"/>
              </a:lnTo>
              <a:lnTo>
                <a:pt x="111969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E3D9E-D455-4B37-9461-09D21D022AE9}">
      <dsp:nvSpPr>
        <dsp:cNvPr id="0" name=""/>
        <dsp:cNvSpPr/>
      </dsp:nvSpPr>
      <dsp:spPr>
        <a:xfrm>
          <a:off x="6597625" y="2882943"/>
          <a:ext cx="134363" cy="1684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027"/>
              </a:lnTo>
              <a:lnTo>
                <a:pt x="134363" y="16840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636DB4-E550-4CB0-9F27-C39A8754998E}">
      <dsp:nvSpPr>
        <dsp:cNvPr id="0" name=""/>
        <dsp:cNvSpPr/>
      </dsp:nvSpPr>
      <dsp:spPr>
        <a:xfrm>
          <a:off x="6597625" y="2882943"/>
          <a:ext cx="134363" cy="1048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038"/>
              </a:lnTo>
              <a:lnTo>
                <a:pt x="134363" y="10480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1A253F-C767-4CC3-AB9D-5D0305FC116D}">
      <dsp:nvSpPr>
        <dsp:cNvPr id="0" name=""/>
        <dsp:cNvSpPr/>
      </dsp:nvSpPr>
      <dsp:spPr>
        <a:xfrm>
          <a:off x="6597625" y="2882943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6CB636-91C5-477E-98C4-02C80A6BF1FE}">
      <dsp:nvSpPr>
        <dsp:cNvPr id="0" name=""/>
        <dsp:cNvSpPr/>
      </dsp:nvSpPr>
      <dsp:spPr>
        <a:xfrm>
          <a:off x="6955928" y="2246954"/>
          <a:ext cx="2279707" cy="188109"/>
        </a:xfrm>
        <a:custGeom>
          <a:avLst/>
          <a:gdLst/>
          <a:ahLst/>
          <a:cxnLst/>
          <a:rect l="0" t="0" r="0" b="0"/>
          <a:pathLst>
            <a:path>
              <a:moveTo>
                <a:pt x="2279707" y="0"/>
              </a:moveTo>
              <a:lnTo>
                <a:pt x="2279707" y="94054"/>
              </a:lnTo>
              <a:lnTo>
                <a:pt x="0" y="94054"/>
              </a:lnTo>
              <a:lnTo>
                <a:pt x="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A41202-AB11-4B61-ACCE-98AFE49D20E5}">
      <dsp:nvSpPr>
        <dsp:cNvPr id="0" name=""/>
        <dsp:cNvSpPr/>
      </dsp:nvSpPr>
      <dsp:spPr>
        <a:xfrm>
          <a:off x="6169774" y="1182626"/>
          <a:ext cx="3065861" cy="616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393"/>
              </a:lnTo>
              <a:lnTo>
                <a:pt x="3065861" y="522393"/>
              </a:lnTo>
              <a:lnTo>
                <a:pt x="3065861" y="6164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87EDD9-EE1D-4D21-A01E-2EC2E121B783}">
      <dsp:nvSpPr>
        <dsp:cNvPr id="0" name=""/>
        <dsp:cNvSpPr/>
      </dsp:nvSpPr>
      <dsp:spPr>
        <a:xfrm>
          <a:off x="6169774" y="1182626"/>
          <a:ext cx="786154" cy="616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2393"/>
              </a:lnTo>
              <a:lnTo>
                <a:pt x="786154" y="522393"/>
              </a:lnTo>
              <a:lnTo>
                <a:pt x="786154" y="6164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E2293-1C69-47E6-A4A4-15721C795628}">
      <dsp:nvSpPr>
        <dsp:cNvPr id="0" name=""/>
        <dsp:cNvSpPr/>
      </dsp:nvSpPr>
      <dsp:spPr>
        <a:xfrm>
          <a:off x="5513756" y="4154921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9D68A6-7E26-4023-B69C-C5ABDABB80C5}">
      <dsp:nvSpPr>
        <dsp:cNvPr id="0" name=""/>
        <dsp:cNvSpPr/>
      </dsp:nvSpPr>
      <dsp:spPr>
        <a:xfrm>
          <a:off x="5826340" y="3518932"/>
          <a:ext cx="91440" cy="1881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E8E3B2-DD53-407C-86AB-3B5E00DD10EC}">
      <dsp:nvSpPr>
        <dsp:cNvPr id="0" name=""/>
        <dsp:cNvSpPr/>
      </dsp:nvSpPr>
      <dsp:spPr>
        <a:xfrm>
          <a:off x="5826340" y="2882943"/>
          <a:ext cx="91440" cy="1881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FC340A-6153-4B79-AD6F-4E2E40CAF1AA}">
      <dsp:nvSpPr>
        <dsp:cNvPr id="0" name=""/>
        <dsp:cNvSpPr/>
      </dsp:nvSpPr>
      <dsp:spPr>
        <a:xfrm>
          <a:off x="5826340" y="2246954"/>
          <a:ext cx="91440" cy="1881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548F87-528F-4FC2-B95E-F05974194578}">
      <dsp:nvSpPr>
        <dsp:cNvPr id="0" name=""/>
        <dsp:cNvSpPr/>
      </dsp:nvSpPr>
      <dsp:spPr>
        <a:xfrm>
          <a:off x="5872060" y="1182626"/>
          <a:ext cx="297714" cy="616448"/>
        </a:xfrm>
        <a:custGeom>
          <a:avLst/>
          <a:gdLst/>
          <a:ahLst/>
          <a:cxnLst/>
          <a:rect l="0" t="0" r="0" b="0"/>
          <a:pathLst>
            <a:path>
              <a:moveTo>
                <a:pt x="297714" y="0"/>
              </a:moveTo>
              <a:lnTo>
                <a:pt x="297714" y="522393"/>
              </a:lnTo>
              <a:lnTo>
                <a:pt x="0" y="522393"/>
              </a:lnTo>
              <a:lnTo>
                <a:pt x="0" y="6164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B96EC1-00BA-4C53-8FDC-568C86735007}">
      <dsp:nvSpPr>
        <dsp:cNvPr id="0" name=""/>
        <dsp:cNvSpPr/>
      </dsp:nvSpPr>
      <dsp:spPr>
        <a:xfrm>
          <a:off x="4134287" y="1182626"/>
          <a:ext cx="2035487" cy="616448"/>
        </a:xfrm>
        <a:custGeom>
          <a:avLst/>
          <a:gdLst/>
          <a:ahLst/>
          <a:cxnLst/>
          <a:rect l="0" t="0" r="0" b="0"/>
          <a:pathLst>
            <a:path>
              <a:moveTo>
                <a:pt x="2035487" y="0"/>
              </a:moveTo>
              <a:lnTo>
                <a:pt x="2035487" y="522393"/>
              </a:lnTo>
              <a:lnTo>
                <a:pt x="0" y="522393"/>
              </a:lnTo>
              <a:lnTo>
                <a:pt x="0" y="6164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C6415E-7940-4231-B41D-6FFA3BEA678A}">
      <dsp:nvSpPr>
        <dsp:cNvPr id="0" name=""/>
        <dsp:cNvSpPr/>
      </dsp:nvSpPr>
      <dsp:spPr>
        <a:xfrm>
          <a:off x="4205947" y="2882943"/>
          <a:ext cx="134363" cy="23200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0016"/>
              </a:lnTo>
              <a:lnTo>
                <a:pt x="134363" y="232001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CD4994-518C-417D-BEA5-5E5427BB4B72}">
      <dsp:nvSpPr>
        <dsp:cNvPr id="0" name=""/>
        <dsp:cNvSpPr/>
      </dsp:nvSpPr>
      <dsp:spPr>
        <a:xfrm>
          <a:off x="4205947" y="2882943"/>
          <a:ext cx="134363" cy="16840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027"/>
              </a:lnTo>
              <a:lnTo>
                <a:pt x="134363" y="16840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D5CC04-1CAE-4639-8D67-DB3FBC1D7E19}">
      <dsp:nvSpPr>
        <dsp:cNvPr id="0" name=""/>
        <dsp:cNvSpPr/>
      </dsp:nvSpPr>
      <dsp:spPr>
        <a:xfrm>
          <a:off x="4205947" y="2882943"/>
          <a:ext cx="134363" cy="1048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038"/>
              </a:lnTo>
              <a:lnTo>
                <a:pt x="134363" y="10480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66996E-2645-4951-B0F7-EC9FEB0C6B07}">
      <dsp:nvSpPr>
        <dsp:cNvPr id="0" name=""/>
        <dsp:cNvSpPr/>
      </dsp:nvSpPr>
      <dsp:spPr>
        <a:xfrm>
          <a:off x="4205947" y="2882943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D6902C-0400-4A3B-804D-53DD1227CFDD}">
      <dsp:nvSpPr>
        <dsp:cNvPr id="0" name=""/>
        <dsp:cNvSpPr/>
      </dsp:nvSpPr>
      <dsp:spPr>
        <a:xfrm>
          <a:off x="3050418" y="2246954"/>
          <a:ext cx="1513833" cy="188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54"/>
              </a:lnTo>
              <a:lnTo>
                <a:pt x="1513833" y="94054"/>
              </a:lnTo>
              <a:lnTo>
                <a:pt x="1513833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D5BECE-7189-43BA-AC92-636F9B3D39E2}">
      <dsp:nvSpPr>
        <dsp:cNvPr id="0" name=""/>
        <dsp:cNvSpPr/>
      </dsp:nvSpPr>
      <dsp:spPr>
        <a:xfrm>
          <a:off x="3122079" y="2882943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E3FA3B-25AD-4C6E-9C99-C650678A3EAD}">
      <dsp:nvSpPr>
        <dsp:cNvPr id="0" name=""/>
        <dsp:cNvSpPr/>
      </dsp:nvSpPr>
      <dsp:spPr>
        <a:xfrm>
          <a:off x="3050418" y="2246954"/>
          <a:ext cx="429964" cy="188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54"/>
              </a:lnTo>
              <a:lnTo>
                <a:pt x="429964" y="94054"/>
              </a:lnTo>
              <a:lnTo>
                <a:pt x="429964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D1F280-8009-498D-A5C4-BE1844F6C40C}">
      <dsp:nvSpPr>
        <dsp:cNvPr id="0" name=""/>
        <dsp:cNvSpPr/>
      </dsp:nvSpPr>
      <dsp:spPr>
        <a:xfrm>
          <a:off x="1536585" y="2882943"/>
          <a:ext cx="1083868" cy="1881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54"/>
              </a:lnTo>
              <a:lnTo>
                <a:pt x="1083868" y="94054"/>
              </a:lnTo>
              <a:lnTo>
                <a:pt x="1083868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BC3418-7C03-4F63-8173-6F116DDAE4C2}">
      <dsp:nvSpPr>
        <dsp:cNvPr id="0" name=""/>
        <dsp:cNvSpPr/>
      </dsp:nvSpPr>
      <dsp:spPr>
        <a:xfrm>
          <a:off x="1178281" y="3518932"/>
          <a:ext cx="134363" cy="1048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038"/>
              </a:lnTo>
              <a:lnTo>
                <a:pt x="134363" y="10480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03C20-5D8E-4F17-8BEF-D6383292D234}">
      <dsp:nvSpPr>
        <dsp:cNvPr id="0" name=""/>
        <dsp:cNvSpPr/>
      </dsp:nvSpPr>
      <dsp:spPr>
        <a:xfrm>
          <a:off x="1178281" y="3518932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B4C4A1-FC60-4CAC-9D64-EF4A31054771}">
      <dsp:nvSpPr>
        <dsp:cNvPr id="0" name=""/>
        <dsp:cNvSpPr/>
      </dsp:nvSpPr>
      <dsp:spPr>
        <a:xfrm>
          <a:off x="1490865" y="2882943"/>
          <a:ext cx="91440" cy="18810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201EF9-77A6-466A-B41B-E71052D0BB27}">
      <dsp:nvSpPr>
        <dsp:cNvPr id="0" name=""/>
        <dsp:cNvSpPr/>
      </dsp:nvSpPr>
      <dsp:spPr>
        <a:xfrm>
          <a:off x="94412" y="3518932"/>
          <a:ext cx="134363" cy="412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2049"/>
              </a:lnTo>
              <a:lnTo>
                <a:pt x="134363" y="4120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12F4D0-6477-4B57-9552-CFAC129B6539}">
      <dsp:nvSpPr>
        <dsp:cNvPr id="0" name=""/>
        <dsp:cNvSpPr/>
      </dsp:nvSpPr>
      <dsp:spPr>
        <a:xfrm>
          <a:off x="452716" y="2882943"/>
          <a:ext cx="1083868" cy="188109"/>
        </a:xfrm>
        <a:custGeom>
          <a:avLst/>
          <a:gdLst/>
          <a:ahLst/>
          <a:cxnLst/>
          <a:rect l="0" t="0" r="0" b="0"/>
          <a:pathLst>
            <a:path>
              <a:moveTo>
                <a:pt x="1083868" y="0"/>
              </a:moveTo>
              <a:lnTo>
                <a:pt x="1083868" y="94054"/>
              </a:lnTo>
              <a:lnTo>
                <a:pt x="0" y="94054"/>
              </a:lnTo>
              <a:lnTo>
                <a:pt x="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ACC2E8-4509-4418-9812-4C944D6703F9}">
      <dsp:nvSpPr>
        <dsp:cNvPr id="0" name=""/>
        <dsp:cNvSpPr/>
      </dsp:nvSpPr>
      <dsp:spPr>
        <a:xfrm>
          <a:off x="1536585" y="2246954"/>
          <a:ext cx="1513833" cy="188109"/>
        </a:xfrm>
        <a:custGeom>
          <a:avLst/>
          <a:gdLst/>
          <a:ahLst/>
          <a:cxnLst/>
          <a:rect l="0" t="0" r="0" b="0"/>
          <a:pathLst>
            <a:path>
              <a:moveTo>
                <a:pt x="1513833" y="0"/>
              </a:moveTo>
              <a:lnTo>
                <a:pt x="1513833" y="94054"/>
              </a:lnTo>
              <a:lnTo>
                <a:pt x="0" y="94054"/>
              </a:lnTo>
              <a:lnTo>
                <a:pt x="0" y="1881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D0FB4C-303C-4D6D-8644-4430ECC8ACD3}">
      <dsp:nvSpPr>
        <dsp:cNvPr id="0" name=""/>
        <dsp:cNvSpPr/>
      </dsp:nvSpPr>
      <dsp:spPr>
        <a:xfrm>
          <a:off x="3050418" y="1182626"/>
          <a:ext cx="3119356" cy="616448"/>
        </a:xfrm>
        <a:custGeom>
          <a:avLst/>
          <a:gdLst/>
          <a:ahLst/>
          <a:cxnLst/>
          <a:rect l="0" t="0" r="0" b="0"/>
          <a:pathLst>
            <a:path>
              <a:moveTo>
                <a:pt x="3119356" y="0"/>
              </a:moveTo>
              <a:lnTo>
                <a:pt x="3119356" y="522393"/>
              </a:lnTo>
              <a:lnTo>
                <a:pt x="0" y="522393"/>
              </a:lnTo>
              <a:lnTo>
                <a:pt x="0" y="61644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383D5-74DA-494C-94F0-950A367D33A1}">
      <dsp:nvSpPr>
        <dsp:cNvPr id="0" name=""/>
        <dsp:cNvSpPr/>
      </dsp:nvSpPr>
      <dsp:spPr>
        <a:xfrm>
          <a:off x="4510976" y="0"/>
          <a:ext cx="3317596" cy="1182626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accent6">
                  <a:lumMod val="10000"/>
                </a:schemeClr>
              </a:solidFill>
            </a:rPr>
            <a:t>Winning and Growing Tier 1 Roofer Business</a:t>
          </a:r>
        </a:p>
      </dsp:txBody>
      <dsp:txXfrm>
        <a:off x="4510976" y="0"/>
        <a:ext cx="3317596" cy="1182626"/>
      </dsp:txXfrm>
    </dsp:sp>
    <dsp:sp modelId="{9C6CFDF1-4311-46E6-BA5B-993A76B9F51C}">
      <dsp:nvSpPr>
        <dsp:cNvPr id="0" name=""/>
        <dsp:cNvSpPr/>
      </dsp:nvSpPr>
      <dsp:spPr>
        <a:xfrm>
          <a:off x="2602538" y="1799074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Product</a:t>
          </a:r>
        </a:p>
      </dsp:txBody>
      <dsp:txXfrm>
        <a:off x="2602538" y="1799074"/>
        <a:ext cx="895759" cy="447879"/>
      </dsp:txXfrm>
    </dsp:sp>
    <dsp:sp modelId="{86AF9AE9-C588-4F89-9C2E-6B012D1CF0F3}">
      <dsp:nvSpPr>
        <dsp:cNvPr id="0" name=""/>
        <dsp:cNvSpPr/>
      </dsp:nvSpPr>
      <dsp:spPr>
        <a:xfrm>
          <a:off x="1088705" y="243506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Quality</a:t>
          </a:r>
        </a:p>
      </dsp:txBody>
      <dsp:txXfrm>
        <a:off x="1088705" y="2435063"/>
        <a:ext cx="895759" cy="447879"/>
      </dsp:txXfrm>
    </dsp:sp>
    <dsp:sp modelId="{70F81971-9E5C-4D55-AF6F-926342025272}">
      <dsp:nvSpPr>
        <dsp:cNvPr id="0" name=""/>
        <dsp:cNvSpPr/>
      </dsp:nvSpPr>
      <dsp:spPr>
        <a:xfrm>
          <a:off x="4836" y="307105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Silicone</a:t>
          </a:r>
        </a:p>
      </dsp:txBody>
      <dsp:txXfrm>
        <a:off x="4836" y="3071053"/>
        <a:ext cx="895759" cy="447879"/>
      </dsp:txXfrm>
    </dsp:sp>
    <dsp:sp modelId="{9BC94711-CFD7-4B45-92DA-5C16FA424718}">
      <dsp:nvSpPr>
        <dsp:cNvPr id="0" name=""/>
        <dsp:cNvSpPr/>
      </dsp:nvSpPr>
      <dsp:spPr>
        <a:xfrm>
          <a:off x="228776" y="3707042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Seam Treatments</a:t>
          </a:r>
        </a:p>
      </dsp:txBody>
      <dsp:txXfrm>
        <a:off x="228776" y="3707042"/>
        <a:ext cx="895759" cy="447879"/>
      </dsp:txXfrm>
    </dsp:sp>
    <dsp:sp modelId="{91D0033F-CEAB-49AB-B669-23E732E483B9}">
      <dsp:nvSpPr>
        <dsp:cNvPr id="0" name=""/>
        <dsp:cNvSpPr/>
      </dsp:nvSpPr>
      <dsp:spPr>
        <a:xfrm>
          <a:off x="1088705" y="3071053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Acrylic</a:t>
          </a:r>
        </a:p>
      </dsp:txBody>
      <dsp:txXfrm>
        <a:off x="1088705" y="3071053"/>
        <a:ext cx="895759" cy="447879"/>
      </dsp:txXfrm>
    </dsp:sp>
    <dsp:sp modelId="{CD477BBA-EB9C-4313-BCDE-517AAD0DBA09}">
      <dsp:nvSpPr>
        <dsp:cNvPr id="0" name=""/>
        <dsp:cNvSpPr/>
      </dsp:nvSpPr>
      <dsp:spPr>
        <a:xfrm>
          <a:off x="1312645" y="3707042"/>
          <a:ext cx="895759" cy="447879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Clumps</a:t>
          </a:r>
        </a:p>
      </dsp:txBody>
      <dsp:txXfrm>
        <a:off x="1312645" y="3707042"/>
        <a:ext cx="895759" cy="447879"/>
      </dsp:txXfrm>
    </dsp:sp>
    <dsp:sp modelId="{1AB636E0-F696-41D8-A937-DA3FC49AADCA}">
      <dsp:nvSpPr>
        <dsp:cNvPr id="0" name=""/>
        <dsp:cNvSpPr/>
      </dsp:nvSpPr>
      <dsp:spPr>
        <a:xfrm>
          <a:off x="1312645" y="4343031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Seam Treatments</a:t>
          </a:r>
        </a:p>
      </dsp:txBody>
      <dsp:txXfrm>
        <a:off x="1312645" y="4343031"/>
        <a:ext cx="895759" cy="447879"/>
      </dsp:txXfrm>
    </dsp:sp>
    <dsp:sp modelId="{5DB4D0F4-F1F1-4EC5-9E56-2FEE2C313A10}">
      <dsp:nvSpPr>
        <dsp:cNvPr id="0" name=""/>
        <dsp:cNvSpPr/>
      </dsp:nvSpPr>
      <dsp:spPr>
        <a:xfrm>
          <a:off x="2172574" y="307105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SPF</a:t>
          </a:r>
        </a:p>
      </dsp:txBody>
      <dsp:txXfrm>
        <a:off x="2172574" y="3071053"/>
        <a:ext cx="895759" cy="447879"/>
      </dsp:txXfrm>
    </dsp:sp>
    <dsp:sp modelId="{81E5CAE0-9990-4119-ABAD-1827B9C778D7}">
      <dsp:nvSpPr>
        <dsp:cNvPr id="0" name=""/>
        <dsp:cNvSpPr/>
      </dsp:nvSpPr>
      <dsp:spPr>
        <a:xfrm>
          <a:off x="3032503" y="243506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Full Systems</a:t>
          </a:r>
        </a:p>
      </dsp:txBody>
      <dsp:txXfrm>
        <a:off x="3032503" y="2435063"/>
        <a:ext cx="895759" cy="447879"/>
      </dsp:txXfrm>
    </dsp:sp>
    <dsp:sp modelId="{D6BD273B-F5D8-474B-8140-8C6677379244}">
      <dsp:nvSpPr>
        <dsp:cNvPr id="0" name=""/>
        <dsp:cNvSpPr/>
      </dsp:nvSpPr>
      <dsp:spPr>
        <a:xfrm>
          <a:off x="3256443" y="3071053"/>
          <a:ext cx="895759" cy="447879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Urethane</a:t>
          </a:r>
        </a:p>
      </dsp:txBody>
      <dsp:txXfrm>
        <a:off x="3256443" y="3071053"/>
        <a:ext cx="895759" cy="447879"/>
      </dsp:txXfrm>
    </dsp:sp>
    <dsp:sp modelId="{97FB9641-0BC0-4146-A367-B69D590A6108}">
      <dsp:nvSpPr>
        <dsp:cNvPr id="0" name=""/>
        <dsp:cNvSpPr/>
      </dsp:nvSpPr>
      <dsp:spPr>
        <a:xfrm>
          <a:off x="4116371" y="2435063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Availability/Lead Times</a:t>
          </a:r>
        </a:p>
      </dsp:txBody>
      <dsp:txXfrm>
        <a:off x="4116371" y="2435063"/>
        <a:ext cx="895759" cy="447879"/>
      </dsp:txXfrm>
    </dsp:sp>
    <dsp:sp modelId="{B11F4E3F-5338-44E2-AE28-891AE0F5EC65}">
      <dsp:nvSpPr>
        <dsp:cNvPr id="0" name=""/>
        <dsp:cNvSpPr/>
      </dsp:nvSpPr>
      <dsp:spPr>
        <a:xfrm>
          <a:off x="4340311" y="307105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Silicone</a:t>
          </a:r>
        </a:p>
      </dsp:txBody>
      <dsp:txXfrm>
        <a:off x="4340311" y="3071053"/>
        <a:ext cx="895759" cy="447879"/>
      </dsp:txXfrm>
    </dsp:sp>
    <dsp:sp modelId="{1A1DF27B-46B6-4981-9EE9-1340B4EF197B}">
      <dsp:nvSpPr>
        <dsp:cNvPr id="0" name=""/>
        <dsp:cNvSpPr/>
      </dsp:nvSpPr>
      <dsp:spPr>
        <a:xfrm>
          <a:off x="4340311" y="3707042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Accessories</a:t>
          </a:r>
        </a:p>
      </dsp:txBody>
      <dsp:txXfrm>
        <a:off x="4340311" y="3707042"/>
        <a:ext cx="895759" cy="447879"/>
      </dsp:txXfrm>
    </dsp:sp>
    <dsp:sp modelId="{D12533ED-6C09-4939-820A-4EC83A1F4D28}">
      <dsp:nvSpPr>
        <dsp:cNvPr id="0" name=""/>
        <dsp:cNvSpPr/>
      </dsp:nvSpPr>
      <dsp:spPr>
        <a:xfrm>
          <a:off x="4340311" y="4343031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Acrylic</a:t>
          </a:r>
        </a:p>
      </dsp:txBody>
      <dsp:txXfrm>
        <a:off x="4340311" y="4343031"/>
        <a:ext cx="895759" cy="447879"/>
      </dsp:txXfrm>
    </dsp:sp>
    <dsp:sp modelId="{14842F68-A27A-4E1B-B5C0-7828939F589B}">
      <dsp:nvSpPr>
        <dsp:cNvPr id="0" name=""/>
        <dsp:cNvSpPr/>
      </dsp:nvSpPr>
      <dsp:spPr>
        <a:xfrm>
          <a:off x="4340311" y="4979020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Primers/Bleed Blockers</a:t>
          </a:r>
        </a:p>
      </dsp:txBody>
      <dsp:txXfrm>
        <a:off x="4340311" y="4979020"/>
        <a:ext cx="895759" cy="447879"/>
      </dsp:txXfrm>
    </dsp:sp>
    <dsp:sp modelId="{18574371-0C6B-4425-A370-7E65C03C3284}">
      <dsp:nvSpPr>
        <dsp:cNvPr id="0" name=""/>
        <dsp:cNvSpPr/>
      </dsp:nvSpPr>
      <dsp:spPr>
        <a:xfrm>
          <a:off x="3686407" y="1799074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Henry Provided Leads</a:t>
          </a:r>
        </a:p>
      </dsp:txBody>
      <dsp:txXfrm>
        <a:off x="3686407" y="1799074"/>
        <a:ext cx="895759" cy="447879"/>
      </dsp:txXfrm>
    </dsp:sp>
    <dsp:sp modelId="{ED38BF37-405F-4B26-BD41-1EEDB8EE74E5}">
      <dsp:nvSpPr>
        <dsp:cNvPr id="0" name=""/>
        <dsp:cNvSpPr/>
      </dsp:nvSpPr>
      <dsp:spPr>
        <a:xfrm>
          <a:off x="5424180" y="1799074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Competitive Pricing</a:t>
          </a:r>
        </a:p>
      </dsp:txBody>
      <dsp:txXfrm>
        <a:off x="5424180" y="1799074"/>
        <a:ext cx="895759" cy="447879"/>
      </dsp:txXfrm>
    </dsp:sp>
    <dsp:sp modelId="{299AADA2-BC0A-467B-9498-E938734A9546}">
      <dsp:nvSpPr>
        <dsp:cNvPr id="0" name=""/>
        <dsp:cNvSpPr/>
      </dsp:nvSpPr>
      <dsp:spPr>
        <a:xfrm>
          <a:off x="5424180" y="243506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Silicone</a:t>
          </a:r>
        </a:p>
      </dsp:txBody>
      <dsp:txXfrm>
        <a:off x="5424180" y="2435063"/>
        <a:ext cx="895759" cy="447879"/>
      </dsp:txXfrm>
    </dsp:sp>
    <dsp:sp modelId="{4A418EE1-B63F-4CC8-9B27-C7957C404BEE}">
      <dsp:nvSpPr>
        <dsp:cNvPr id="0" name=""/>
        <dsp:cNvSpPr/>
      </dsp:nvSpPr>
      <dsp:spPr>
        <a:xfrm>
          <a:off x="5424180" y="3071053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SPF</a:t>
          </a:r>
        </a:p>
      </dsp:txBody>
      <dsp:txXfrm>
        <a:off x="5424180" y="3071053"/>
        <a:ext cx="895759" cy="447879"/>
      </dsp:txXfrm>
    </dsp:sp>
    <dsp:sp modelId="{6A075562-4C1D-43A8-AA6B-56553010A8B1}">
      <dsp:nvSpPr>
        <dsp:cNvPr id="0" name=""/>
        <dsp:cNvSpPr/>
      </dsp:nvSpPr>
      <dsp:spPr>
        <a:xfrm>
          <a:off x="5424180" y="3707042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Acrylic</a:t>
          </a:r>
        </a:p>
      </dsp:txBody>
      <dsp:txXfrm>
        <a:off x="5424180" y="3707042"/>
        <a:ext cx="895759" cy="447879"/>
      </dsp:txXfrm>
    </dsp:sp>
    <dsp:sp modelId="{2217F2A0-F9C7-4EEE-A8AE-1C92A8DF2BC7}">
      <dsp:nvSpPr>
        <dsp:cNvPr id="0" name=""/>
        <dsp:cNvSpPr/>
      </dsp:nvSpPr>
      <dsp:spPr>
        <a:xfrm>
          <a:off x="5648120" y="4343031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accent6">
                  <a:lumMod val="10000"/>
                </a:schemeClr>
              </a:solidFill>
            </a:rPr>
            <a:t>Emulsion</a:t>
          </a:r>
        </a:p>
      </dsp:txBody>
      <dsp:txXfrm>
        <a:off x="5648120" y="4343031"/>
        <a:ext cx="895759" cy="447879"/>
      </dsp:txXfrm>
    </dsp:sp>
    <dsp:sp modelId="{631922F3-CC43-4598-B411-CCF379AF0C9A}">
      <dsp:nvSpPr>
        <dsp:cNvPr id="0" name=""/>
        <dsp:cNvSpPr/>
      </dsp:nvSpPr>
      <dsp:spPr>
        <a:xfrm>
          <a:off x="6508049" y="1799074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Relationship</a:t>
          </a:r>
        </a:p>
      </dsp:txBody>
      <dsp:txXfrm>
        <a:off x="6508049" y="1799074"/>
        <a:ext cx="895759" cy="447879"/>
      </dsp:txXfrm>
    </dsp:sp>
    <dsp:sp modelId="{04ACEB55-6364-45AF-87CD-4452A7C1C0AE}">
      <dsp:nvSpPr>
        <dsp:cNvPr id="0" name=""/>
        <dsp:cNvSpPr/>
      </dsp:nvSpPr>
      <dsp:spPr>
        <a:xfrm>
          <a:off x="8787756" y="1799074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Service</a:t>
          </a:r>
        </a:p>
      </dsp:txBody>
      <dsp:txXfrm>
        <a:off x="8787756" y="1799074"/>
        <a:ext cx="895759" cy="447879"/>
      </dsp:txXfrm>
    </dsp:sp>
    <dsp:sp modelId="{3788693D-EEFA-49E7-88F9-784650279262}">
      <dsp:nvSpPr>
        <dsp:cNvPr id="0" name=""/>
        <dsp:cNvSpPr/>
      </dsp:nvSpPr>
      <dsp:spPr>
        <a:xfrm>
          <a:off x="6508049" y="2435063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Logistics</a:t>
          </a:r>
        </a:p>
      </dsp:txBody>
      <dsp:txXfrm>
        <a:off x="6508049" y="2435063"/>
        <a:ext cx="895759" cy="447879"/>
      </dsp:txXfrm>
    </dsp:sp>
    <dsp:sp modelId="{AE4D590B-5B7B-4F17-93D5-BB58965730CD}">
      <dsp:nvSpPr>
        <dsp:cNvPr id="0" name=""/>
        <dsp:cNvSpPr/>
      </dsp:nvSpPr>
      <dsp:spPr>
        <a:xfrm>
          <a:off x="6731989" y="3071053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Tracking Info</a:t>
          </a:r>
        </a:p>
      </dsp:txBody>
      <dsp:txXfrm>
        <a:off x="6731989" y="3071053"/>
        <a:ext cx="895759" cy="447879"/>
      </dsp:txXfrm>
    </dsp:sp>
    <dsp:sp modelId="{0E6762D8-0A4D-4193-898B-5B216B2B781E}">
      <dsp:nvSpPr>
        <dsp:cNvPr id="0" name=""/>
        <dsp:cNvSpPr/>
      </dsp:nvSpPr>
      <dsp:spPr>
        <a:xfrm>
          <a:off x="6731989" y="3707042"/>
          <a:ext cx="895759" cy="447879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Deliver material on time</a:t>
          </a:r>
        </a:p>
      </dsp:txBody>
      <dsp:txXfrm>
        <a:off x="6731989" y="3707042"/>
        <a:ext cx="895759" cy="447879"/>
      </dsp:txXfrm>
    </dsp:sp>
    <dsp:sp modelId="{3366EE59-6D32-4DBB-BC92-A1B5D777ECBB}">
      <dsp:nvSpPr>
        <dsp:cNvPr id="0" name=""/>
        <dsp:cNvSpPr/>
      </dsp:nvSpPr>
      <dsp:spPr>
        <a:xfrm>
          <a:off x="6731989" y="4343031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Deliver material undamaged</a:t>
          </a:r>
        </a:p>
      </dsp:txBody>
      <dsp:txXfrm>
        <a:off x="6731989" y="4343031"/>
        <a:ext cx="895759" cy="447879"/>
      </dsp:txXfrm>
    </dsp:sp>
    <dsp:sp modelId="{98567316-5C05-4313-80D9-D028806AC8D4}">
      <dsp:nvSpPr>
        <dsp:cNvPr id="0" name=""/>
        <dsp:cNvSpPr/>
      </dsp:nvSpPr>
      <dsp:spPr>
        <a:xfrm>
          <a:off x="8899726" y="2435063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Customer Service</a:t>
          </a:r>
        </a:p>
      </dsp:txBody>
      <dsp:txXfrm>
        <a:off x="8899726" y="2435063"/>
        <a:ext cx="895759" cy="447879"/>
      </dsp:txXfrm>
    </dsp:sp>
    <dsp:sp modelId="{5717D034-2143-4261-8CA8-FEC0BC681BBD}">
      <dsp:nvSpPr>
        <dsp:cNvPr id="0" name=""/>
        <dsp:cNvSpPr/>
      </dsp:nvSpPr>
      <dsp:spPr>
        <a:xfrm>
          <a:off x="7815857" y="3071053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Ease of placing an order</a:t>
          </a:r>
        </a:p>
      </dsp:txBody>
      <dsp:txXfrm>
        <a:off x="7815857" y="3071053"/>
        <a:ext cx="895759" cy="447879"/>
      </dsp:txXfrm>
    </dsp:sp>
    <dsp:sp modelId="{FA19EE92-6F59-476D-A028-BC6780C67E85}">
      <dsp:nvSpPr>
        <dsp:cNvPr id="0" name=""/>
        <dsp:cNvSpPr/>
      </dsp:nvSpPr>
      <dsp:spPr>
        <a:xfrm>
          <a:off x="8039797" y="3707042"/>
          <a:ext cx="895759" cy="917230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Requiring SKU #s when customer already named the product</a:t>
          </a:r>
        </a:p>
      </dsp:txBody>
      <dsp:txXfrm>
        <a:off x="8039797" y="3707042"/>
        <a:ext cx="895759" cy="917230"/>
      </dsp:txXfrm>
    </dsp:sp>
    <dsp:sp modelId="{15AFEBCF-1FFB-4C09-94E1-E2DAD6B7A7DD}">
      <dsp:nvSpPr>
        <dsp:cNvPr id="0" name=""/>
        <dsp:cNvSpPr/>
      </dsp:nvSpPr>
      <dsp:spPr>
        <a:xfrm>
          <a:off x="8039797" y="4812382"/>
          <a:ext cx="895759" cy="757937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Requiring our form when customer already gave all the info</a:t>
          </a:r>
        </a:p>
      </dsp:txBody>
      <dsp:txXfrm>
        <a:off x="8039797" y="4812382"/>
        <a:ext cx="895759" cy="757937"/>
      </dsp:txXfrm>
    </dsp:sp>
    <dsp:sp modelId="{B6AA67CD-690C-4160-A0CD-CA01DF08CD1A}">
      <dsp:nvSpPr>
        <dsp:cNvPr id="0" name=""/>
        <dsp:cNvSpPr/>
      </dsp:nvSpPr>
      <dsp:spPr>
        <a:xfrm>
          <a:off x="8899726" y="3071053"/>
          <a:ext cx="895759" cy="447879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Proactive</a:t>
          </a:r>
        </a:p>
      </dsp:txBody>
      <dsp:txXfrm>
        <a:off x="8899726" y="3071053"/>
        <a:ext cx="895759" cy="447879"/>
      </dsp:txXfrm>
    </dsp:sp>
    <dsp:sp modelId="{773D6458-B2E3-48FD-A3F4-1453CD28EE3F}">
      <dsp:nvSpPr>
        <dsp:cNvPr id="0" name=""/>
        <dsp:cNvSpPr/>
      </dsp:nvSpPr>
      <dsp:spPr>
        <a:xfrm>
          <a:off x="9123666" y="3707042"/>
          <a:ext cx="895759" cy="447879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Tracking Info Provided without Asking</a:t>
          </a:r>
        </a:p>
      </dsp:txBody>
      <dsp:txXfrm>
        <a:off x="9123666" y="3707042"/>
        <a:ext cx="895759" cy="447879"/>
      </dsp:txXfrm>
    </dsp:sp>
    <dsp:sp modelId="{CCC17D2A-6688-4395-B5C1-5696145DFDC6}">
      <dsp:nvSpPr>
        <dsp:cNvPr id="0" name=""/>
        <dsp:cNvSpPr/>
      </dsp:nvSpPr>
      <dsp:spPr>
        <a:xfrm>
          <a:off x="9123666" y="4343031"/>
          <a:ext cx="895759" cy="1317827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Get product to customers so Henry never delays a job</a:t>
          </a:r>
        </a:p>
      </dsp:txBody>
      <dsp:txXfrm>
        <a:off x="9123666" y="4343031"/>
        <a:ext cx="895759" cy="1317827"/>
      </dsp:txXfrm>
    </dsp:sp>
    <dsp:sp modelId="{F3D6D0C9-C795-4C26-B9F4-CF69CAC293CC}">
      <dsp:nvSpPr>
        <dsp:cNvPr id="0" name=""/>
        <dsp:cNvSpPr/>
      </dsp:nvSpPr>
      <dsp:spPr>
        <a:xfrm>
          <a:off x="9983595" y="3071053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Friendly to Customers</a:t>
          </a:r>
        </a:p>
      </dsp:txBody>
      <dsp:txXfrm>
        <a:off x="9983595" y="3071053"/>
        <a:ext cx="895759" cy="447879"/>
      </dsp:txXfrm>
    </dsp:sp>
    <dsp:sp modelId="{8B7332A2-0426-4902-A12F-83A5C4858759}">
      <dsp:nvSpPr>
        <dsp:cNvPr id="0" name=""/>
        <dsp:cNvSpPr/>
      </dsp:nvSpPr>
      <dsp:spPr>
        <a:xfrm>
          <a:off x="10207535" y="3707042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Attitude</a:t>
          </a:r>
        </a:p>
      </dsp:txBody>
      <dsp:txXfrm>
        <a:off x="10207535" y="3707042"/>
        <a:ext cx="895759" cy="447879"/>
      </dsp:txXfrm>
    </dsp:sp>
    <dsp:sp modelId="{F3A463A2-13A1-4A72-A658-60980F02D41F}">
      <dsp:nvSpPr>
        <dsp:cNvPr id="0" name=""/>
        <dsp:cNvSpPr/>
      </dsp:nvSpPr>
      <dsp:spPr>
        <a:xfrm>
          <a:off x="10207535" y="4343031"/>
          <a:ext cx="895759" cy="447879"/>
        </a:xfrm>
        <a:prstGeom prst="rect">
          <a:avLst/>
        </a:prstGeom>
        <a:solidFill>
          <a:srgbClr val="FF999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Show up their Henry rep via email</a:t>
          </a:r>
        </a:p>
      </dsp:txBody>
      <dsp:txXfrm>
        <a:off x="10207535" y="4343031"/>
        <a:ext cx="895759" cy="447879"/>
      </dsp:txXfrm>
    </dsp:sp>
    <dsp:sp modelId="{AFB22754-0875-4F3F-BF88-BBD83305365F}">
      <dsp:nvSpPr>
        <dsp:cNvPr id="0" name=""/>
        <dsp:cNvSpPr/>
      </dsp:nvSpPr>
      <dsp:spPr>
        <a:xfrm>
          <a:off x="11067463" y="2435063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Warranty</a:t>
          </a:r>
        </a:p>
      </dsp:txBody>
      <dsp:txXfrm>
        <a:off x="11067463" y="2435063"/>
        <a:ext cx="895759" cy="447879"/>
      </dsp:txXfrm>
    </dsp:sp>
    <dsp:sp modelId="{E3B2E801-768C-4A6F-9ACA-255158F52D70}">
      <dsp:nvSpPr>
        <dsp:cNvPr id="0" name=""/>
        <dsp:cNvSpPr/>
      </dsp:nvSpPr>
      <dsp:spPr>
        <a:xfrm>
          <a:off x="11291403" y="3071053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Warranty matters to building owners</a:t>
          </a:r>
        </a:p>
      </dsp:txBody>
      <dsp:txXfrm>
        <a:off x="11291403" y="3071053"/>
        <a:ext cx="895759" cy="447879"/>
      </dsp:txXfrm>
    </dsp:sp>
    <dsp:sp modelId="{FAEC4AC0-E791-4077-A239-B85B722E852C}">
      <dsp:nvSpPr>
        <dsp:cNvPr id="0" name=""/>
        <dsp:cNvSpPr/>
      </dsp:nvSpPr>
      <dsp:spPr>
        <a:xfrm>
          <a:off x="11291403" y="3707042"/>
          <a:ext cx="895759" cy="447879"/>
        </a:xfrm>
        <a:prstGeom prst="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Easy warranty processing</a:t>
          </a:r>
        </a:p>
      </dsp:txBody>
      <dsp:txXfrm>
        <a:off x="11291403" y="3707042"/>
        <a:ext cx="895759" cy="447879"/>
      </dsp:txXfrm>
    </dsp:sp>
    <dsp:sp modelId="{FA1BB25C-A53B-4D1E-A020-5F163933E40D}">
      <dsp:nvSpPr>
        <dsp:cNvPr id="0" name=""/>
        <dsp:cNvSpPr/>
      </dsp:nvSpPr>
      <dsp:spPr>
        <a:xfrm>
          <a:off x="11291403" y="4343031"/>
          <a:ext cx="895759" cy="447879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Warranty claim process</a:t>
          </a:r>
        </a:p>
      </dsp:txBody>
      <dsp:txXfrm>
        <a:off x="11291403" y="4343031"/>
        <a:ext cx="895759" cy="447879"/>
      </dsp:txXfrm>
    </dsp:sp>
    <dsp:sp modelId="{8DF99D86-A391-471B-99E6-B74BEF18F42C}">
      <dsp:nvSpPr>
        <dsp:cNvPr id="0" name=""/>
        <dsp:cNvSpPr/>
      </dsp:nvSpPr>
      <dsp:spPr>
        <a:xfrm>
          <a:off x="11291403" y="4979020"/>
          <a:ext cx="895759" cy="447879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accent6">
                  <a:lumMod val="10000"/>
                </a:schemeClr>
              </a:solidFill>
            </a:rPr>
            <a:t>Flexibility on Henry standard spec</a:t>
          </a:r>
        </a:p>
      </dsp:txBody>
      <dsp:txXfrm>
        <a:off x="11291403" y="4979020"/>
        <a:ext cx="895759" cy="447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6D0-879E-2791-E154-F37125F0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07926-BA8D-4ABA-1EA1-EF38B6192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B8F3-F894-765E-220F-1AECF1C48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AA844-83D1-1B61-6DFE-1D00DC0D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4EC09-7D84-2F34-75D7-DFEB29D8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3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098B-CBE7-8247-2B9D-63CE4C0A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6EC44-7E6A-6FAF-3F89-10395D67E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EACD4-0272-B44D-9A66-1AF587FE1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A0FBE-E47F-C157-80B8-676231D7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F6463-0D35-92F5-0F11-BC9E0359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62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C1C3B-6CB3-473D-8A12-E9351D3D7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F9A4-627C-A6F3-DCA5-9D45322B3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D6131-6D3B-42E4-FB70-0B74E055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0A0E-3F21-751F-1E02-975E2DCD6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BA9BC-F6B3-C33B-B36C-D1F6B004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0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32F4-71DB-E985-9457-C8ED69DFE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393C-E093-9FA2-93A7-6150995DE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E31D6-02E7-FCC8-CB5D-B556FDFDD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A2B80-FAA4-B5A6-E487-7952650C6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036EE-49CB-194B-12AC-E518D7FE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D5829-3E4C-2D38-83B8-FFDDF4FE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6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6AC6-FEC4-FCE8-3BA3-04CA411E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8D9E6-D6DE-C79E-BF3D-43AEE233E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5E641-929F-AD71-56EC-D904F4FAE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A0E12-9A0F-9D44-9248-541914BC59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682E3-F0C9-BCDC-1E57-EDAA6B3AE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539BE-5D54-B584-526C-F516B09B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BA4EB-B95E-244C-740C-740B6BAD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F2D49-AB15-97EC-1260-2B8361503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7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1CDC-0219-0FA1-270F-E7A94B2D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2683F-28F8-A1CB-0CDC-4DF17463C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D8E9C0-74BA-5512-A987-29EE9678F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F104C-004D-94DD-CB8C-1E63C731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6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8DC99-CCBE-7298-4645-3A997781F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D2BCB-39C0-1F70-9D3A-3DBA1278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C50FE-09CC-A493-DE06-DBE6C877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33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7542-D292-AAEB-5328-4C4134777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65BC-E2F3-DB2A-7064-0C9FB6D51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2F21F-DAAC-F5F8-A42A-6FF7BE926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06129-FC89-2275-0487-74290E6C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69F4A-41D2-1112-01ED-AA492125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58F03-EA2A-66F4-7D7D-F7F14613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3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55D7-1B9D-6EF3-B330-9FF5D109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7F0C36-2AB4-CEE7-ACCF-8AE98566327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3B6EC-61C8-5FA2-0E7F-CD9BBB992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CC84-3AA8-FB3A-3314-0EE8B0CE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C62DC-B8C2-03D7-B3DC-983E0525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6D66A-2145-6D87-EB91-F99E39A6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BDF9D-1A4C-C587-576A-72FDCA8C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037C7-0E85-BF79-B3D9-73E150292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921F1-44FB-BF66-EC5F-B8A3D898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9D80E-744E-A6FE-3110-5BC1DA039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5F07-EB1A-1ACB-CDB3-D3666B72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0F6BD-C7D0-BE94-EDDF-EEB67C132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DA59D-ADF2-59EF-28BC-F5A6E9042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140CC-1641-D338-7DA6-EBA97108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99E12-CEF2-623C-696B-50BBB92D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69C0-89CF-5233-13DF-E5A3EBBF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4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09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2pPr marL="685437" indent="-228480">
              <a:buFont typeface="Arial" panose="020B0604020202020204" pitchFamily="34" charset="0"/>
              <a:buChar char="–"/>
              <a:defRPr/>
            </a:lvl2pPr>
            <a:lvl4pPr marL="1599354" indent="-228480">
              <a:buFont typeface="Arial" panose="020B0604020202020204" pitchFamily="34" charset="0"/>
              <a:buChar char="–"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F582BB2A-C012-7944-BE10-A5A2357549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167746" y="6345580"/>
            <a:ext cx="9024257" cy="4246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67"/>
            </a:lvl1pPr>
            <a:lvl2pPr marL="456958" indent="0">
              <a:buNone/>
              <a:defRPr/>
            </a:lvl2pPr>
            <a:lvl3pPr marL="913916" indent="0">
              <a:buNone/>
              <a:defRPr/>
            </a:lvl3pPr>
            <a:lvl4pPr marL="1370874" indent="0">
              <a:buNone/>
              <a:defRPr/>
            </a:lvl4pPr>
            <a:lvl5pPr marL="1827831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284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78987-69B0-A97D-1459-F7BFD61C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80924-65F8-0C6F-C409-A6BE852F1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5EA63-BEBE-041E-E3B8-7FD6749D9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257EB-6764-4784-8223-14DD9817E691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A3A50-C412-FDFA-5CFB-4356BF6A0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6FFCD-3711-D2B2-CDE8-D024D9E41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67A6F-BAA1-4B99-88F8-3E674C5F1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88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92095-3561-1C2C-9851-1C97DDE9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89226E3-C3C7-5E15-D0B7-2B93FFC192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87765"/>
          <a:ext cx="12192000" cy="6089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DEE4D-115B-6AD9-2958-37DF4F0B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BB2A-C012-7944-BE10-A5A23575499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A41AC-30B7-B696-7CD5-D6AC41E5C1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1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F8BA2-7BDB-F39C-C6F6-7D2A7724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917B-2F62-6491-932D-A0F08318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7766"/>
            <a:ext cx="10515600" cy="602348"/>
          </a:xfrm>
        </p:spPr>
        <p:txBody>
          <a:bodyPr>
            <a:normAutofit fontScale="90000"/>
          </a:bodyPr>
          <a:lstStyle/>
          <a:p>
            <a:r>
              <a:rPr lang="en-US" dirty="0"/>
              <a:t>Detractors – “Leaky Bucket”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1279C-289C-0FBF-764E-AEB9F930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BB2A-C012-7944-BE10-A5A235754998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C540913-F489-27DE-173F-96FA05AC71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1" y="815004"/>
          <a:ext cx="12192000" cy="5100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604">
                  <a:extLst>
                    <a:ext uri="{9D8B030D-6E8A-4147-A177-3AD203B41FA5}">
                      <a16:colId xmlns:a16="http://schemas.microsoft.com/office/drawing/2014/main" val="3044332699"/>
                    </a:ext>
                  </a:extLst>
                </a:gridCol>
                <a:gridCol w="1319841">
                  <a:extLst>
                    <a:ext uri="{9D8B030D-6E8A-4147-A177-3AD203B41FA5}">
                      <a16:colId xmlns:a16="http://schemas.microsoft.com/office/drawing/2014/main" val="3713660959"/>
                    </a:ext>
                  </a:extLst>
                </a:gridCol>
                <a:gridCol w="3519578">
                  <a:extLst>
                    <a:ext uri="{9D8B030D-6E8A-4147-A177-3AD203B41FA5}">
                      <a16:colId xmlns:a16="http://schemas.microsoft.com/office/drawing/2014/main" val="388891247"/>
                    </a:ext>
                  </a:extLst>
                </a:gridCol>
                <a:gridCol w="5195977">
                  <a:extLst>
                    <a:ext uri="{9D8B030D-6E8A-4147-A177-3AD203B41FA5}">
                      <a16:colId xmlns:a16="http://schemas.microsoft.com/office/drawing/2014/main" val="3762181464"/>
                    </a:ext>
                  </a:extLst>
                </a:gridCol>
              </a:tblGrid>
              <a:tr h="279624">
                <a:tc>
                  <a:txBody>
                    <a:bodyPr/>
                    <a:lstStyle/>
                    <a:p>
                      <a:r>
                        <a:rPr lang="en-US" sz="1000" dirty="0"/>
                        <a:t>Possible Detractor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Henry’s Position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066620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r>
                        <a:rPr lang="en-US" sz="1000" b="1" dirty="0"/>
                        <a:t>Service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Consistent feedback: we’re difficult to deal with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Hold people accountable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49093"/>
                  </a:ext>
                </a:extLst>
              </a:tr>
              <a:tr h="4660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Cumbersome order taking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 asks for “24 drums of white silicone”; CS replies with a 200-SKU Excel file asking for the SAP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Take orders as written; call the customer if unclear. Hold customers to the Order Acknowledgement. Rely less on sales.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77474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Slow responses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Inquiries (not orders) can take 24+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4-hour response on all emails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77650"/>
                  </a:ext>
                </a:extLst>
              </a:tr>
              <a:tr h="65245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Inflexible on requests (substitutions, alternate plants, expediting)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If Kingman is out of PG988 but Carson has it, CS should get it to the customer fast, especially when a date is requested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Give CS inventory visibility across all plants. Train staff on approved substitutions.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119852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Slow Warranty Sign-Offs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Some manufacturers sign off without walking the site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Sign off ASAP; walk the roof within the roofer’s 2-year leak window. Batch sign-offs 3+ hours from base to cut travel.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839205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Slow Warranty Claim Responses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Building owners expect action within 24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dirty="0"/>
                        <a:t>Email acknowledgement in 4 hours; site visit in 4 days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197585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r>
                        <a:rPr lang="en-US" sz="1000" b="1" dirty="0"/>
                        <a:t>Logistics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Feedback: we’re unreliable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Push roofers to distribution (solve pricing). Trackers on pallets. CS updates customers daily, unprompted.</a:t>
                      </a:r>
                      <a:endParaRPr lang="en-US" sz="1000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845215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No notifications/tracking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Material arrives days or weeks early with no one to accept it. Mainly hurts the roofer, but makes Henry/Carlisle look unprofessional too.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414103"/>
                  </a:ext>
                </a:extLst>
              </a:tr>
              <a:tr h="46604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Shipping at Henry’s convenience, not the customer’s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With no requested date, we set one on the OA, then ship early without notice. Sometimes no one is there to receive it.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Keep the customer informed. Ask before shipping early. Provide tracking and daily updates.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59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84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3BEB-E0E9-486F-8BB3-D01ABFCED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7C60-939C-1879-782F-B5FF85C3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87766"/>
            <a:ext cx="10515600" cy="602348"/>
          </a:xfrm>
        </p:spPr>
        <p:txBody>
          <a:bodyPr>
            <a:normAutofit fontScale="90000"/>
          </a:bodyPr>
          <a:lstStyle/>
          <a:p>
            <a:r>
              <a:rPr lang="en-US" dirty="0"/>
              <a:t>Detractors – “Leaky Bucket”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6669D-4BF6-CE87-D7B5-59026D1F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2BB2A-C012-7944-BE10-A5A235754998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B1C5791-C4E1-C4DC-3735-B00A99CC4F3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1199072"/>
          <a:ext cx="12192000" cy="41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604">
                  <a:extLst>
                    <a:ext uri="{9D8B030D-6E8A-4147-A177-3AD203B41FA5}">
                      <a16:colId xmlns:a16="http://schemas.microsoft.com/office/drawing/2014/main" val="3044332699"/>
                    </a:ext>
                  </a:extLst>
                </a:gridCol>
                <a:gridCol w="1319841">
                  <a:extLst>
                    <a:ext uri="{9D8B030D-6E8A-4147-A177-3AD203B41FA5}">
                      <a16:colId xmlns:a16="http://schemas.microsoft.com/office/drawing/2014/main" val="3713660959"/>
                    </a:ext>
                  </a:extLst>
                </a:gridCol>
                <a:gridCol w="3519578">
                  <a:extLst>
                    <a:ext uri="{9D8B030D-6E8A-4147-A177-3AD203B41FA5}">
                      <a16:colId xmlns:a16="http://schemas.microsoft.com/office/drawing/2014/main" val="388891247"/>
                    </a:ext>
                  </a:extLst>
                </a:gridCol>
                <a:gridCol w="5195977">
                  <a:extLst>
                    <a:ext uri="{9D8B030D-6E8A-4147-A177-3AD203B41FA5}">
                      <a16:colId xmlns:a16="http://schemas.microsoft.com/office/drawing/2014/main" val="3762181464"/>
                    </a:ext>
                  </a:extLst>
                </a:gridCol>
              </a:tblGrid>
              <a:tr h="279624">
                <a:tc>
                  <a:txBody>
                    <a:bodyPr/>
                    <a:lstStyle/>
                    <a:p>
                      <a:r>
                        <a:rPr lang="en-US" sz="1000" dirty="0"/>
                        <a:t>Possible Detractor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Henry’s Position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066620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Material and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439525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Material not ready to ship within 48 hours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Long-standing. Job-start items (primer, bleed blockers, mastics) must be in stock; trucks of 988 don’t help without primer.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Raise accessory minimums. Ramp production ahead of known storms and weather.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00590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Inflexible on scope/specs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Many manufacturers require “less.” We will flex.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571657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Failures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Failures kill future work with building owners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Keep innovating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17765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Missing system components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 sprayable seam sealer for silicone systems; no cementitious coating for Arizona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461082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1" dirty="0"/>
                        <a:t>National Accounts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998344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Leads that don’t close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National account leads close well; Facebook/website leads often don’t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None needed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966507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Not enough leads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We’re a strong lead provider, but Sherwin-Williams supplies more through paint contracts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Collaborate with other divisions. Free the national accounts team from firefighting and CS work to generate leads.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252530"/>
                  </a:ext>
                </a:extLst>
              </a:tr>
              <a:tr h="279624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dirty="0"/>
                        <a:t>Moisture Survey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Some manufacturers offer contractors discounted thermal surveys through national agreements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John T Hull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53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3951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142332-0519-4a15-a51a-3e6fc08057a2}" enabled="1" method="Standard" siteId="{3f0be951-1e68-417a-99a1-41b6b39c001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Widescreen</PresentationFormat>
  <Paragraphs>103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Detractors – “Leaky Bucket”</vt:lpstr>
      <vt:lpstr>Detractors – “Leaky Bucket”</vt:lpstr>
    </vt:vector>
  </TitlesOfParts>
  <Company>Carlisle Companies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Campanella, Connor</dc:creator>
  <cp:lastModifiedBy>Campanella, Connor</cp:lastModifiedBy>
  <cp:revision>1</cp:revision>
  <dcterms:created xsi:type="dcterms:W3CDTF">2026-10-15T14:51:24Z</dcterms:created>
  <dcterms:modified xsi:type="dcterms:W3CDTF">2026-10-15T14:51:37Z</dcterms:modified>
</cp:coreProperties>
</file>